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9"/>
  </p:notesMasterIdLst>
  <p:sldIdLst>
    <p:sldId id="262" r:id="rId3"/>
    <p:sldId id="707" r:id="rId4"/>
    <p:sldId id="257" r:id="rId5"/>
    <p:sldId id="903" r:id="rId6"/>
    <p:sldId id="258" r:id="rId7"/>
    <p:sldId id="259" r:id="rId8"/>
    <p:sldId id="904" r:id="rId9"/>
    <p:sldId id="905" r:id="rId10"/>
    <p:sldId id="260" r:id="rId11"/>
    <p:sldId id="906" r:id="rId12"/>
    <p:sldId id="907" r:id="rId13"/>
    <p:sldId id="908" r:id="rId14"/>
    <p:sldId id="909" r:id="rId15"/>
    <p:sldId id="910" r:id="rId16"/>
    <p:sldId id="911" r:id="rId17"/>
    <p:sldId id="91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90" dt="2026-09-20T11:13:12.028"/>
    <p1510:client id="{28B68314-4850-6F36-386A-114A3E093BE4}" v="177" dt="2026-09-20T08:55:15.07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microsoft.com/office/2016/11/relationships/changesInfo" Target="changesInfos/changesInfo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kshmi abhishiktha" userId="9c26369dbb92a98d" providerId="Windows Live" clId="Web-{00000000-0000-0000-0000-000000000000}"/>
    <pc:docChg chg="addSld delSld modSld">
      <pc:chgData name="lakshmi abhishiktha" userId="9c26369dbb92a98d" providerId="Windows Live" clId="Web-{00000000-0000-0000-0000-000000000000}" dt="2026-09-20T11:13:10.497" v="176" actId="20577"/>
      <pc:docMkLst>
        <pc:docMk/>
      </pc:docMkLst>
      <pc:sldChg chg="modSp">
        <pc:chgData name="lakshmi abhishiktha" userId="9c26369dbb92a98d" providerId="Windows Live" clId="Web-{00000000-0000-0000-0000-000000000000}" dt="2026-09-19T05:21:57.110" v="84" actId="20577"/>
        <pc:sldMkLst>
          <pc:docMk/>
          <pc:sldMk cId="2065876014" sldId="258"/>
        </pc:sldMkLst>
        <pc:spChg chg="mod">
          <ac:chgData name="lakshmi abhishiktha" userId="9c26369dbb92a98d" providerId="Windows Live" clId="Web-{00000000-0000-0000-0000-000000000000}" dt="2026-09-19T05:21:57.110" v="84" actId="20577"/>
          <ac:spMkLst>
            <pc:docMk/>
            <pc:sldMk cId="2065876014" sldId="258"/>
            <ac:spMk id="5" creationId="{C00062CA-E93E-DFB0-5A22-1412AB9A6752}"/>
          </ac:spMkLst>
        </pc:spChg>
      </pc:sldChg>
      <pc:sldChg chg="modSp">
        <pc:chgData name="lakshmi abhishiktha" userId="9c26369dbb92a98d" providerId="Windows Live" clId="Web-{00000000-0000-0000-0000-000000000000}" dt="2026-09-19T05:22:54.159" v="95" actId="14100"/>
        <pc:sldMkLst>
          <pc:docMk/>
          <pc:sldMk cId="3524135319" sldId="259"/>
        </pc:sldMkLst>
        <pc:spChg chg="mod">
          <ac:chgData name="lakshmi abhishiktha" userId="9c26369dbb92a98d" providerId="Windows Live" clId="Web-{00000000-0000-0000-0000-000000000000}" dt="2026-09-19T05:22:54.159" v="95" actId="14100"/>
          <ac:spMkLst>
            <pc:docMk/>
            <pc:sldMk cId="3524135319" sldId="259"/>
            <ac:spMk id="2" creationId="{73F5F081-8040-7ED2-404C-CAE30D24D8D1}"/>
          </ac:spMkLst>
        </pc:spChg>
        <pc:spChg chg="mod">
          <ac:chgData name="lakshmi abhishiktha" userId="9c26369dbb92a98d" providerId="Windows Live" clId="Web-{00000000-0000-0000-0000-000000000000}" dt="2026-09-19T05:22:34.596" v="93" actId="20577"/>
          <ac:spMkLst>
            <pc:docMk/>
            <pc:sldMk cId="3524135319" sldId="259"/>
            <ac:spMk id="5" creationId="{D4387226-F29E-0041-5581-4EF07C7198F1}"/>
          </ac:spMkLst>
        </pc:spChg>
      </pc:sldChg>
      <pc:sldChg chg="modSp">
        <pc:chgData name="lakshmi abhishiktha" userId="9c26369dbb92a98d" providerId="Windows Live" clId="Web-{00000000-0000-0000-0000-000000000000}" dt="2026-09-19T05:23:39.880" v="100" actId="20577"/>
        <pc:sldMkLst>
          <pc:docMk/>
          <pc:sldMk cId="4118855268" sldId="260"/>
        </pc:sldMkLst>
        <pc:spChg chg="mod">
          <ac:chgData name="lakshmi abhishiktha" userId="9c26369dbb92a98d" providerId="Windows Live" clId="Web-{00000000-0000-0000-0000-000000000000}" dt="2026-09-19T05:23:39.880" v="100" actId="20577"/>
          <ac:spMkLst>
            <pc:docMk/>
            <pc:sldMk cId="4118855268" sldId="260"/>
            <ac:spMk id="7" creationId="{3D059B28-C956-718D-DA1F-B1313887E0C2}"/>
          </ac:spMkLst>
        </pc:spChg>
      </pc:sldChg>
      <pc:sldChg chg="addSp modSp new">
        <pc:chgData name="lakshmi abhishiktha" userId="9c26369dbb92a98d" providerId="Windows Live" clId="Web-{00000000-0000-0000-0000-000000000000}" dt="2026-09-19T04:51:19.517" v="20" actId="1076"/>
        <pc:sldMkLst>
          <pc:docMk/>
          <pc:sldMk cId="148198097" sldId="904"/>
        </pc:sldMkLst>
        <pc:picChg chg="add mod modCrop">
          <ac:chgData name="lakshmi abhishiktha" userId="9c26369dbb92a98d" providerId="Windows Live" clId="Web-{00000000-0000-0000-0000-000000000000}" dt="2026-09-19T04:51:19.517" v="20" actId="1076"/>
          <ac:picMkLst>
            <pc:docMk/>
            <pc:sldMk cId="148198097" sldId="904"/>
            <ac:picMk id="2" creationId="{301503CE-98EB-5A49-E477-06B175D55755}"/>
          </ac:picMkLst>
        </pc:picChg>
        <pc:picChg chg="add">
          <ac:chgData name="lakshmi abhishiktha" userId="9c26369dbb92a98d" providerId="Windows Live" clId="Web-{00000000-0000-0000-0000-000000000000}" dt="2026-09-19T04:50:32.546" v="14"/>
          <ac:picMkLst>
            <pc:docMk/>
            <pc:sldMk cId="148198097" sldId="904"/>
            <ac:picMk id="4" creationId="{B9E852B0-A0AE-6E6C-66F5-58AA58314744}"/>
          </ac:picMkLst>
        </pc:picChg>
      </pc:sldChg>
      <pc:sldChg chg="new del">
        <pc:chgData name="lakshmi abhishiktha" userId="9c26369dbb92a98d" providerId="Windows Live" clId="Web-{00000000-0000-0000-0000-000000000000}" dt="2026-09-19T04:49:04.792" v="10"/>
        <pc:sldMkLst>
          <pc:docMk/>
          <pc:sldMk cId="246564211" sldId="904"/>
        </pc:sldMkLst>
      </pc:sldChg>
      <pc:sldChg chg="del">
        <pc:chgData name="lakshmi abhishiktha" userId="9c26369dbb92a98d" providerId="Windows Live" clId="Web-{00000000-0000-0000-0000-000000000000}" dt="2026-09-19T04:48:32.665" v="8"/>
        <pc:sldMkLst>
          <pc:docMk/>
          <pc:sldMk cId="1268839949" sldId="904"/>
        </pc:sldMkLst>
      </pc:sldChg>
      <pc:sldChg chg="addSp delSp modSp new">
        <pc:chgData name="lakshmi abhishiktha" userId="9c26369dbb92a98d" providerId="Windows Live" clId="Web-{00000000-0000-0000-0000-000000000000}" dt="2026-09-19T04:59:29.448" v="33"/>
        <pc:sldMkLst>
          <pc:docMk/>
          <pc:sldMk cId="1077873552" sldId="905"/>
        </pc:sldMkLst>
        <pc:spChg chg="add del mod">
          <ac:chgData name="lakshmi abhishiktha" userId="9c26369dbb92a98d" providerId="Windows Live" clId="Web-{00000000-0000-0000-0000-000000000000}" dt="2026-09-19T04:52:25.066" v="28"/>
          <ac:spMkLst>
            <pc:docMk/>
            <pc:sldMk cId="1077873552" sldId="905"/>
            <ac:spMk id="2" creationId="{B8B2F217-42B5-60EE-3D1D-B44A926D1FC8}"/>
          </ac:spMkLst>
        </pc:spChg>
        <pc:picChg chg="add mod">
          <ac:chgData name="lakshmi abhishiktha" userId="9c26369dbb92a98d" providerId="Windows Live" clId="Web-{00000000-0000-0000-0000-000000000000}" dt="2026-09-19T04:59:21.807" v="30" actId="1076"/>
          <ac:picMkLst>
            <pc:docMk/>
            <pc:sldMk cId="1077873552" sldId="905"/>
            <ac:picMk id="3" creationId="{81C92F74-4925-A0FA-FFB4-DC40EFB66082}"/>
          </ac:picMkLst>
        </pc:picChg>
        <pc:picChg chg="add">
          <ac:chgData name="lakshmi abhishiktha" userId="9c26369dbb92a98d" providerId="Windows Live" clId="Web-{00000000-0000-0000-0000-000000000000}" dt="2026-09-19T04:59:21.838" v="31"/>
          <ac:picMkLst>
            <pc:docMk/>
            <pc:sldMk cId="1077873552" sldId="905"/>
            <ac:picMk id="5" creationId="{E1416BA4-7057-AE4E-5309-FB8DE3678A52}"/>
          </ac:picMkLst>
        </pc:picChg>
        <pc:picChg chg="add del">
          <ac:chgData name="lakshmi abhishiktha" userId="9c26369dbb92a98d" providerId="Windows Live" clId="Web-{00000000-0000-0000-0000-000000000000}" dt="2026-09-19T04:59:29.448" v="33"/>
          <ac:picMkLst>
            <pc:docMk/>
            <pc:sldMk cId="1077873552" sldId="905"/>
            <ac:picMk id="7" creationId="{656C11B8-ECCE-4321-B98E-5B4062AD998B}"/>
          </ac:picMkLst>
        </pc:picChg>
      </pc:sldChg>
      <pc:sldChg chg="addSp modSp new">
        <pc:chgData name="lakshmi abhishiktha" userId="9c26369dbb92a98d" providerId="Windows Live" clId="Web-{00000000-0000-0000-0000-000000000000}" dt="2026-09-19T05:24:08.787" v="109" actId="20577"/>
        <pc:sldMkLst>
          <pc:docMk/>
          <pc:sldMk cId="2400786966" sldId="906"/>
        </pc:sldMkLst>
        <pc:spChg chg="mod">
          <ac:chgData name="lakshmi abhishiktha" userId="9c26369dbb92a98d" providerId="Windows Live" clId="Web-{00000000-0000-0000-0000-000000000000}" dt="2026-09-19T05:23:55.271" v="104" actId="20577"/>
          <ac:spMkLst>
            <pc:docMk/>
            <pc:sldMk cId="2400786966" sldId="906"/>
            <ac:spMk id="2" creationId="{BBC707FC-488E-319B-7CE3-F96F11989441}"/>
          </ac:spMkLst>
        </pc:spChg>
        <pc:spChg chg="mod">
          <ac:chgData name="lakshmi abhishiktha" userId="9c26369dbb92a98d" providerId="Windows Live" clId="Web-{00000000-0000-0000-0000-000000000000}" dt="2026-09-19T05:24:08.787" v="109" actId="20577"/>
          <ac:spMkLst>
            <pc:docMk/>
            <pc:sldMk cId="2400786966" sldId="906"/>
            <ac:spMk id="3" creationId="{EDF83205-9084-FB14-4927-BBE5F998262A}"/>
          </ac:spMkLst>
        </pc:spChg>
        <pc:picChg chg="add">
          <ac:chgData name="lakshmi abhishiktha" userId="9c26369dbb92a98d" providerId="Windows Live" clId="Web-{00000000-0000-0000-0000-000000000000}" dt="2026-09-19T05:08:00.296" v="44"/>
          <ac:picMkLst>
            <pc:docMk/>
            <pc:sldMk cId="2400786966" sldId="906"/>
            <ac:picMk id="5" creationId="{567C2AD2-2CDB-B8FC-54B1-83030BF73F4D}"/>
          </ac:picMkLst>
        </pc:picChg>
      </pc:sldChg>
      <pc:sldChg chg="addSp delSp modSp new">
        <pc:chgData name="lakshmi abhishiktha" userId="9c26369dbb92a98d" providerId="Windows Live" clId="Web-{00000000-0000-0000-0000-000000000000}" dt="2026-09-19T05:12:51.402" v="53" actId="1076"/>
        <pc:sldMkLst>
          <pc:docMk/>
          <pc:sldMk cId="2502624309" sldId="907"/>
        </pc:sldMkLst>
        <pc:picChg chg="add">
          <ac:chgData name="lakshmi abhishiktha" userId="9c26369dbb92a98d" providerId="Windows Live" clId="Web-{00000000-0000-0000-0000-000000000000}" dt="2026-09-19T05:09:42.613" v="47"/>
          <ac:picMkLst>
            <pc:docMk/>
            <pc:sldMk cId="2502624309" sldId="907"/>
            <ac:picMk id="6" creationId="{F9D2A33A-845A-7B5F-7A97-0B92FAD99783}"/>
          </ac:picMkLst>
        </pc:picChg>
        <pc:picChg chg="add del">
          <ac:chgData name="lakshmi abhishiktha" userId="9c26369dbb92a98d" providerId="Windows Live" clId="Web-{00000000-0000-0000-0000-000000000000}" dt="2026-09-19T05:12:11.900" v="49"/>
          <ac:picMkLst>
            <pc:docMk/>
            <pc:sldMk cId="2502624309" sldId="907"/>
            <ac:picMk id="8" creationId="{2703297F-1E9C-DFDA-50E9-C28092D64B7A}"/>
          </ac:picMkLst>
        </pc:picChg>
        <pc:picChg chg="add del">
          <ac:chgData name="lakshmi abhishiktha" userId="9c26369dbb92a98d" providerId="Windows Live" clId="Web-{00000000-0000-0000-0000-000000000000}" dt="2026-09-19T05:12:18.572" v="51"/>
          <ac:picMkLst>
            <pc:docMk/>
            <pc:sldMk cId="2502624309" sldId="907"/>
            <ac:picMk id="10" creationId="{8B974F57-5E60-D538-40B5-A143F6C1A566}"/>
          </ac:picMkLst>
        </pc:picChg>
        <pc:picChg chg="add mod">
          <ac:chgData name="lakshmi abhishiktha" userId="9c26369dbb92a98d" providerId="Windows Live" clId="Web-{00000000-0000-0000-0000-000000000000}" dt="2026-09-19T05:12:51.402" v="53" actId="1076"/>
          <ac:picMkLst>
            <pc:docMk/>
            <pc:sldMk cId="2502624309" sldId="907"/>
            <ac:picMk id="11" creationId="{A87196D3-0C92-1AAA-9857-BB86C8B5F4BE}"/>
          </ac:picMkLst>
        </pc:picChg>
      </pc:sldChg>
      <pc:sldChg chg="addSp modSp new mod modClrScheme chgLayout">
        <pc:chgData name="lakshmi abhishiktha" userId="9c26369dbb92a98d" providerId="Windows Live" clId="Web-{00000000-0000-0000-0000-000000000000}" dt="2026-09-19T05:24:49.508" v="111" actId="20577"/>
        <pc:sldMkLst>
          <pc:docMk/>
          <pc:sldMk cId="203535709" sldId="908"/>
        </pc:sldMkLst>
        <pc:spChg chg="mod ord">
          <ac:chgData name="lakshmi abhishiktha" userId="9c26369dbb92a98d" providerId="Windows Live" clId="Web-{00000000-0000-0000-0000-000000000000}" dt="2026-09-19T05:24:49.508" v="111" actId="20577"/>
          <ac:spMkLst>
            <pc:docMk/>
            <pc:sldMk cId="203535709" sldId="908"/>
            <ac:spMk id="2" creationId="{B4C0DF4F-1C1A-40A8-F256-56C69DBE0DC7}"/>
          </ac:spMkLst>
        </pc:spChg>
        <pc:spChg chg="mod ord">
          <ac:chgData name="lakshmi abhishiktha" userId="9c26369dbb92a98d" providerId="Windows Live" clId="Web-{00000000-0000-0000-0000-000000000000}" dt="2026-09-19T05:17:15.818" v="55"/>
          <ac:spMkLst>
            <pc:docMk/>
            <pc:sldMk cId="203535709" sldId="908"/>
            <ac:spMk id="3" creationId="{3C387080-B57D-24BB-0B8F-646464249987}"/>
          </ac:spMkLst>
        </pc:spChg>
        <pc:spChg chg="mod ord">
          <ac:chgData name="lakshmi abhishiktha" userId="9c26369dbb92a98d" providerId="Windows Live" clId="Web-{00000000-0000-0000-0000-000000000000}" dt="2026-09-19T05:17:15.818" v="55"/>
          <ac:spMkLst>
            <pc:docMk/>
            <pc:sldMk cId="203535709" sldId="908"/>
            <ac:spMk id="4" creationId="{57B4F56B-25D4-2805-0FFE-6980824E7B67}"/>
          </ac:spMkLst>
        </pc:spChg>
        <pc:spChg chg="mod ord">
          <ac:chgData name="lakshmi abhishiktha" userId="9c26369dbb92a98d" providerId="Windows Live" clId="Web-{00000000-0000-0000-0000-000000000000}" dt="2026-09-19T05:17:15.818" v="55"/>
          <ac:spMkLst>
            <pc:docMk/>
            <pc:sldMk cId="203535709" sldId="908"/>
            <ac:spMk id="5" creationId="{1B08C58D-D5E2-7388-4CF8-026CA64A3990}"/>
          </ac:spMkLst>
        </pc:spChg>
        <pc:spChg chg="add mod ord">
          <ac:chgData name="lakshmi abhishiktha" userId="9c26369dbb92a98d" providerId="Windows Live" clId="Web-{00000000-0000-0000-0000-000000000000}" dt="2026-09-19T05:24:26.351" v="110" actId="20577"/>
          <ac:spMkLst>
            <pc:docMk/>
            <pc:sldMk cId="203535709" sldId="908"/>
            <ac:spMk id="6" creationId="{006E5CD1-9CEE-35C8-B2E2-DCDE4589CB45}"/>
          </ac:spMkLst>
        </pc:spChg>
        <pc:picChg chg="add">
          <ac:chgData name="lakshmi abhishiktha" userId="9c26369dbb92a98d" providerId="Windows Live" clId="Web-{00000000-0000-0000-0000-000000000000}" dt="2026-09-19T05:21:18.905" v="83"/>
          <ac:picMkLst>
            <pc:docMk/>
            <pc:sldMk cId="203535709" sldId="908"/>
            <ac:picMk id="8" creationId="{6371B1D6-EB1F-7F04-0BD1-C415943D50FE}"/>
          </ac:picMkLst>
        </pc:picChg>
      </pc:sldChg>
      <pc:sldChg chg="delSp">
        <pc:chgData name="lakshmi abhishiktha" userId="9c26369dbb92a98d" providerId="Windows Live" clId="Web-{00000000-0000-0000-0000-000000000000}" dt="2026-09-20T08:56:32.351" v="113"/>
        <pc:sldMkLst>
          <pc:docMk/>
          <pc:sldMk cId="3271676371" sldId="911"/>
        </pc:sldMkLst>
        <pc:spChg chg="del">
          <ac:chgData name="lakshmi abhishiktha" userId="9c26369dbb92a98d" providerId="Windows Live" clId="Web-{00000000-0000-0000-0000-000000000000}" dt="2026-09-20T08:56:24.241" v="112"/>
          <ac:spMkLst>
            <pc:docMk/>
            <pc:sldMk cId="3271676371" sldId="911"/>
            <ac:spMk id="9" creationId="{5ED14AA1-C47E-434E-12CD-85A5A074FD77}"/>
          </ac:spMkLst>
        </pc:spChg>
        <pc:spChg chg="del">
          <ac:chgData name="lakshmi abhishiktha" userId="9c26369dbb92a98d" providerId="Windows Live" clId="Web-{00000000-0000-0000-0000-000000000000}" dt="2026-09-20T08:56:32.351" v="113"/>
          <ac:spMkLst>
            <pc:docMk/>
            <pc:sldMk cId="3271676371" sldId="911"/>
            <ac:spMk id="11" creationId="{90F60FE4-02DC-E335-C13C-76C8103E1A1B}"/>
          </ac:spMkLst>
        </pc:spChg>
      </pc:sldChg>
      <pc:sldChg chg="addSp delSp modSp new mod setBg">
        <pc:chgData name="lakshmi abhishiktha" userId="9c26369dbb92a98d" providerId="Windows Live" clId="Web-{00000000-0000-0000-0000-000000000000}" dt="2026-09-20T11:13:10.497" v="176" actId="20577"/>
        <pc:sldMkLst>
          <pc:docMk/>
          <pc:sldMk cId="137977024" sldId="912"/>
        </pc:sldMkLst>
        <pc:spChg chg="mod">
          <ac:chgData name="lakshmi abhishiktha" userId="9c26369dbb92a98d" providerId="Windows Live" clId="Web-{00000000-0000-0000-0000-000000000000}" dt="2026-09-20T11:13:10.497" v="176" actId="20577"/>
          <ac:spMkLst>
            <pc:docMk/>
            <pc:sldMk cId="137977024" sldId="912"/>
            <ac:spMk id="2" creationId="{2422E5D6-7347-72BE-DC91-D24372E3AD98}"/>
          </ac:spMkLst>
        </pc:spChg>
        <pc:spChg chg="mod">
          <ac:chgData name="lakshmi abhishiktha" userId="9c26369dbb92a98d" providerId="Windows Live" clId="Web-{00000000-0000-0000-0000-000000000000}" dt="2026-09-20T11:13:06.466" v="175"/>
          <ac:spMkLst>
            <pc:docMk/>
            <pc:sldMk cId="137977024" sldId="912"/>
            <ac:spMk id="3" creationId="{B7B2E77B-EC15-3EA1-DFF7-B18725C97E7F}"/>
          </ac:spMkLst>
        </pc:spChg>
        <pc:spChg chg="mod">
          <ac:chgData name="lakshmi abhishiktha" userId="9c26369dbb92a98d" providerId="Windows Live" clId="Web-{00000000-0000-0000-0000-000000000000}" dt="2026-09-20T11:13:06.466" v="175"/>
          <ac:spMkLst>
            <pc:docMk/>
            <pc:sldMk cId="137977024" sldId="912"/>
            <ac:spMk id="4" creationId="{FFB11159-626F-445C-F887-D1335F82A2C2}"/>
          </ac:spMkLst>
        </pc:spChg>
        <pc:spChg chg="mod">
          <ac:chgData name="lakshmi abhishiktha" userId="9c26369dbb92a98d" providerId="Windows Live" clId="Web-{00000000-0000-0000-0000-000000000000}" dt="2026-09-20T11:13:06.466" v="175"/>
          <ac:spMkLst>
            <pc:docMk/>
            <pc:sldMk cId="137977024" sldId="912"/>
            <ac:spMk id="5" creationId="{736BBFC0-2B02-40DF-1BAC-45E28EE66C64}"/>
          </ac:spMkLst>
        </pc:spChg>
        <pc:spChg chg="mod">
          <ac:chgData name="lakshmi abhishiktha" userId="9c26369dbb92a98d" providerId="Windows Live" clId="Web-{00000000-0000-0000-0000-000000000000}" dt="2026-09-20T11:13:06.466" v="175"/>
          <ac:spMkLst>
            <pc:docMk/>
            <pc:sldMk cId="137977024" sldId="912"/>
            <ac:spMk id="6" creationId="{47467BD8-38F9-8470-AAA8-AD71B0CFE2FF}"/>
          </ac:spMkLst>
        </pc:spChg>
        <pc:spChg chg="add del">
          <ac:chgData name="lakshmi abhishiktha" userId="9c26369dbb92a98d" providerId="Windows Live" clId="Web-{00000000-0000-0000-0000-000000000000}" dt="2026-09-20T11:12:53.668" v="168"/>
          <ac:spMkLst>
            <pc:docMk/>
            <pc:sldMk cId="137977024" sldId="912"/>
            <ac:spMk id="11" creationId="{FFD48BC7-DC40-47DE-87EE-9F4B6ECB9ABB}"/>
          </ac:spMkLst>
        </pc:spChg>
        <pc:spChg chg="add del">
          <ac:chgData name="lakshmi abhishiktha" userId="9c26369dbb92a98d" providerId="Windows Live" clId="Web-{00000000-0000-0000-0000-000000000000}" dt="2026-09-20T11:12:53.668" v="168"/>
          <ac:spMkLst>
            <pc:docMk/>
            <pc:sldMk cId="137977024" sldId="912"/>
            <ac:spMk id="13" creationId="{E502BBC7-2C76-46F3-BC24-5985BC13DB88}"/>
          </ac:spMkLst>
        </pc:spChg>
        <pc:spChg chg="add del">
          <ac:chgData name="lakshmi abhishiktha" userId="9c26369dbb92a98d" providerId="Windows Live" clId="Web-{00000000-0000-0000-0000-000000000000}" dt="2026-09-20T11:12:53.668" v="168"/>
          <ac:spMkLst>
            <pc:docMk/>
            <pc:sldMk cId="137977024" sldId="912"/>
            <ac:spMk id="15" creationId="{C7F28D52-2A5F-4D23-81AE-7CB8B591C7AF}"/>
          </ac:spMkLst>
        </pc:spChg>
        <pc:spChg chg="add del">
          <ac:chgData name="lakshmi abhishiktha" userId="9c26369dbb92a98d" providerId="Windows Live" clId="Web-{00000000-0000-0000-0000-000000000000}" dt="2026-09-20T11:12:53.668" v="168"/>
          <ac:spMkLst>
            <pc:docMk/>
            <pc:sldMk cId="137977024" sldId="912"/>
            <ac:spMk id="17" creationId="{3629484E-3792-4B3D-89AD-7C8A1ED0E0D4}"/>
          </ac:spMkLst>
        </pc:spChg>
        <pc:spChg chg="add del">
          <ac:chgData name="lakshmi abhishiktha" userId="9c26369dbb92a98d" providerId="Windows Live" clId="Web-{00000000-0000-0000-0000-000000000000}" dt="2026-09-20T11:12:56.450" v="170"/>
          <ac:spMkLst>
            <pc:docMk/>
            <pc:sldMk cId="137977024" sldId="912"/>
            <ac:spMk id="19" creationId="{4522B21E-B2B9-4C72-9A71-C87EFD137480}"/>
          </ac:spMkLst>
        </pc:spChg>
        <pc:spChg chg="add del">
          <ac:chgData name="lakshmi abhishiktha" userId="9c26369dbb92a98d" providerId="Windows Live" clId="Web-{00000000-0000-0000-0000-000000000000}" dt="2026-09-20T11:12:56.450" v="170"/>
          <ac:spMkLst>
            <pc:docMk/>
            <pc:sldMk cId="137977024" sldId="912"/>
            <ac:spMk id="20" creationId="{5EB7D2A2-F448-44D4-938C-DC84CBCB3B1E}"/>
          </ac:spMkLst>
        </pc:spChg>
        <pc:spChg chg="add del">
          <ac:chgData name="lakshmi abhishiktha" userId="9c26369dbb92a98d" providerId="Windows Live" clId="Web-{00000000-0000-0000-0000-000000000000}" dt="2026-09-20T11:12:56.450" v="170"/>
          <ac:spMkLst>
            <pc:docMk/>
            <pc:sldMk cId="137977024" sldId="912"/>
            <ac:spMk id="21" creationId="{871AEA07-1E14-44B4-8E55-64EF049CD66F}"/>
          </ac:spMkLst>
        </pc:spChg>
        <pc:spChg chg="add del">
          <ac:chgData name="lakshmi abhishiktha" userId="9c26369dbb92a98d" providerId="Windows Live" clId="Web-{00000000-0000-0000-0000-000000000000}" dt="2026-09-20T11:13:00.856" v="172"/>
          <ac:spMkLst>
            <pc:docMk/>
            <pc:sldMk cId="137977024" sldId="912"/>
            <ac:spMk id="24" creationId="{BAD76F3E-3A97-486B-B402-44400A8B9173}"/>
          </ac:spMkLst>
        </pc:spChg>
        <pc:spChg chg="add del">
          <ac:chgData name="lakshmi abhishiktha" userId="9c26369dbb92a98d" providerId="Windows Live" clId="Web-{00000000-0000-0000-0000-000000000000}" dt="2026-09-20T11:13:00.856" v="172"/>
          <ac:spMkLst>
            <pc:docMk/>
            <pc:sldMk cId="137977024" sldId="912"/>
            <ac:spMk id="25" creationId="{391F6B52-91F4-4AEB-B6DB-29FEBCF28C8B}"/>
          </ac:spMkLst>
        </pc:spChg>
        <pc:spChg chg="add del">
          <ac:chgData name="lakshmi abhishiktha" userId="9c26369dbb92a98d" providerId="Windows Live" clId="Web-{00000000-0000-0000-0000-000000000000}" dt="2026-09-20T11:13:00.856" v="172"/>
          <ac:spMkLst>
            <pc:docMk/>
            <pc:sldMk cId="137977024" sldId="912"/>
            <ac:spMk id="26" creationId="{2CD6F061-7C53-44F4-9794-953DB70A451B}"/>
          </ac:spMkLst>
        </pc:spChg>
        <pc:spChg chg="add del">
          <ac:chgData name="lakshmi abhishiktha" userId="9c26369dbb92a98d" providerId="Windows Live" clId="Web-{00000000-0000-0000-0000-000000000000}" dt="2026-09-20T11:13:06.450" v="174"/>
          <ac:spMkLst>
            <pc:docMk/>
            <pc:sldMk cId="137977024" sldId="912"/>
            <ac:spMk id="28" creationId="{FFD48BC7-DC40-47DE-87EE-9F4B6ECB9ABB}"/>
          </ac:spMkLst>
        </pc:spChg>
        <pc:spChg chg="add del">
          <ac:chgData name="lakshmi abhishiktha" userId="9c26369dbb92a98d" providerId="Windows Live" clId="Web-{00000000-0000-0000-0000-000000000000}" dt="2026-09-20T11:13:06.450" v="174"/>
          <ac:spMkLst>
            <pc:docMk/>
            <pc:sldMk cId="137977024" sldId="912"/>
            <ac:spMk id="29" creationId="{E502BBC7-2C76-46F3-BC24-5985BC13DB88}"/>
          </ac:spMkLst>
        </pc:spChg>
        <pc:spChg chg="add del">
          <ac:chgData name="lakshmi abhishiktha" userId="9c26369dbb92a98d" providerId="Windows Live" clId="Web-{00000000-0000-0000-0000-000000000000}" dt="2026-09-20T11:13:06.450" v="174"/>
          <ac:spMkLst>
            <pc:docMk/>
            <pc:sldMk cId="137977024" sldId="912"/>
            <ac:spMk id="30" creationId="{C7F28D52-2A5F-4D23-81AE-7CB8B591C7AF}"/>
          </ac:spMkLst>
        </pc:spChg>
        <pc:spChg chg="add del">
          <ac:chgData name="lakshmi abhishiktha" userId="9c26369dbb92a98d" providerId="Windows Live" clId="Web-{00000000-0000-0000-0000-000000000000}" dt="2026-09-20T11:13:06.450" v="174"/>
          <ac:spMkLst>
            <pc:docMk/>
            <pc:sldMk cId="137977024" sldId="912"/>
            <ac:spMk id="31" creationId="{3629484E-3792-4B3D-89AD-7C8A1ED0E0D4}"/>
          </ac:spMkLst>
        </pc:spChg>
        <pc:spChg chg="add">
          <ac:chgData name="lakshmi abhishiktha" userId="9c26369dbb92a98d" providerId="Windows Live" clId="Web-{00000000-0000-0000-0000-000000000000}" dt="2026-09-20T11:13:06.466" v="175"/>
          <ac:spMkLst>
            <pc:docMk/>
            <pc:sldMk cId="137977024" sldId="912"/>
            <ac:spMk id="33" creationId="{BAD76F3E-3A97-486B-B402-44400A8B9173}"/>
          </ac:spMkLst>
        </pc:spChg>
        <pc:spChg chg="add">
          <ac:chgData name="lakshmi abhishiktha" userId="9c26369dbb92a98d" providerId="Windows Live" clId="Web-{00000000-0000-0000-0000-000000000000}" dt="2026-09-20T11:13:06.466" v="175"/>
          <ac:spMkLst>
            <pc:docMk/>
            <pc:sldMk cId="137977024" sldId="912"/>
            <ac:spMk id="34" creationId="{391F6B52-91F4-4AEB-B6DB-29FEBCF28C8B}"/>
          </ac:spMkLst>
        </pc:spChg>
        <pc:spChg chg="add">
          <ac:chgData name="lakshmi abhishiktha" userId="9c26369dbb92a98d" providerId="Windows Live" clId="Web-{00000000-0000-0000-0000-000000000000}" dt="2026-09-20T11:13:06.466" v="175"/>
          <ac:spMkLst>
            <pc:docMk/>
            <pc:sldMk cId="137977024" sldId="912"/>
            <ac:spMk id="35" creationId="{2CD6F061-7C53-44F4-9794-953DB70A451B}"/>
          </ac:spMkLst>
        </pc:spChg>
        <pc:cxnChg chg="add del">
          <ac:chgData name="lakshmi abhishiktha" userId="9c26369dbb92a98d" providerId="Windows Live" clId="Web-{00000000-0000-0000-0000-000000000000}" dt="2026-09-20T11:12:56.450" v="170"/>
          <ac:cxnSpMkLst>
            <pc:docMk/>
            <pc:sldMk cId="137977024" sldId="912"/>
            <ac:cxnSpMk id="22" creationId="{F7C8EA93-3210-4C62-99E9-153C275E3A87}"/>
          </ac:cxnSpMkLst>
        </pc:cxnChg>
      </pc:sldChg>
      <pc:sldChg chg="new del">
        <pc:chgData name="lakshmi abhishiktha" userId="9c26369dbb92a98d" providerId="Windows Live" clId="Web-{00000000-0000-0000-0000-000000000000}" dt="2026-09-20T11:11:26.368" v="131"/>
        <pc:sldMkLst>
          <pc:docMk/>
          <pc:sldMk cId="874572220" sldId="912"/>
        </pc:sldMkLst>
      </pc:sldChg>
      <pc:sldChg chg="addSp delSp modSp new del">
        <pc:chgData name="lakshmi abhishiktha" userId="9c26369dbb92a98d" providerId="Windows Live" clId="Web-{00000000-0000-0000-0000-000000000000}" dt="2026-09-20T11:11:13.743" v="129"/>
        <pc:sldMkLst>
          <pc:docMk/>
          <pc:sldMk cId="1287327964" sldId="912"/>
        </pc:sldMkLst>
        <pc:spChg chg="mod">
          <ac:chgData name="lakshmi abhishiktha" userId="9c26369dbb92a98d" providerId="Windows Live" clId="Web-{00000000-0000-0000-0000-000000000000}" dt="2026-09-20T10:53:02.593" v="128" actId="20577"/>
          <ac:spMkLst>
            <pc:docMk/>
            <pc:sldMk cId="1287327964" sldId="912"/>
            <ac:spMk id="2" creationId="{FF321647-F5EC-A3DD-AB9D-BAF94F5F0C68}"/>
          </ac:spMkLst>
        </pc:spChg>
        <pc:spChg chg="del mod">
          <ac:chgData name="lakshmi abhishiktha" userId="9c26369dbb92a98d" providerId="Windows Live" clId="Web-{00000000-0000-0000-0000-000000000000}" dt="2026-09-20T10:52:34.154" v="117"/>
          <ac:spMkLst>
            <pc:docMk/>
            <pc:sldMk cId="1287327964" sldId="912"/>
            <ac:spMk id="3" creationId="{1FA58242-01A7-B306-3936-BC626FB18F79}"/>
          </ac:spMkLst>
        </pc:spChg>
        <pc:picChg chg="add mod ord">
          <ac:chgData name="lakshmi abhishiktha" userId="9c26369dbb92a98d" providerId="Windows Live" clId="Web-{00000000-0000-0000-0000-000000000000}" dt="2026-09-20T10:52:34.154" v="117"/>
          <ac:picMkLst>
            <pc:docMk/>
            <pc:sldMk cId="1287327964" sldId="912"/>
            <ac:picMk id="7" creationId="{A29950CD-85F6-52C4-06FE-221AD534C034}"/>
          </ac:picMkLst>
        </pc:picChg>
      </pc:sldChg>
    </pc:docChg>
  </pc:docChgLst>
  <pc:docChgLst>
    <pc:chgData name="lakshmi abhishiktha" userId="9c26369dbb92a98d" providerId="Windows Live" clId="Web-{28B68314-4850-6F36-386A-114A3E093BE4}"/>
    <pc:docChg chg="addSld modSld sldOrd">
      <pc:chgData name="lakshmi abhishiktha" userId="9c26369dbb92a98d" providerId="Windows Live" clId="Web-{28B68314-4850-6F36-386A-114A3E093BE4}" dt="2026-09-20T08:55:15.078" v="129"/>
      <pc:docMkLst>
        <pc:docMk/>
      </pc:docMkLst>
      <pc:sldChg chg="addSp delSp modSp new mod ord setBg">
        <pc:chgData name="lakshmi abhishiktha" userId="9c26369dbb92a98d" providerId="Windows Live" clId="Web-{28B68314-4850-6F36-386A-114A3E093BE4}" dt="2026-09-20T08:41:06.355" v="128"/>
        <pc:sldMkLst>
          <pc:docMk/>
          <pc:sldMk cId="1223430458" sldId="909"/>
        </pc:sldMkLst>
        <pc:spChg chg="mod">
          <ac:chgData name="lakshmi abhishiktha" userId="9c26369dbb92a98d" providerId="Windows Live" clId="Web-{28B68314-4850-6F36-386A-114A3E093BE4}" dt="2026-09-20T05:27:50.043" v="18"/>
          <ac:spMkLst>
            <pc:docMk/>
            <pc:sldMk cId="1223430458" sldId="909"/>
            <ac:spMk id="2" creationId="{DE68B313-F3C3-6C0E-C38C-4344061B7F3F}"/>
          </ac:spMkLst>
        </pc:spChg>
        <pc:spChg chg="mod">
          <ac:chgData name="lakshmi abhishiktha" userId="9c26369dbb92a98d" providerId="Windows Live" clId="Web-{28B68314-4850-6F36-386A-114A3E093BE4}" dt="2026-09-20T05:27:50.043" v="18"/>
          <ac:spMkLst>
            <pc:docMk/>
            <pc:sldMk cId="1223430458" sldId="909"/>
            <ac:spMk id="3" creationId="{D651EF14-4B73-6F53-F8B9-40ADB3EF56D2}"/>
          </ac:spMkLst>
        </pc:spChg>
        <pc:spChg chg="mod">
          <ac:chgData name="lakshmi abhishiktha" userId="9c26369dbb92a98d" providerId="Windows Live" clId="Web-{28B68314-4850-6F36-386A-114A3E093BE4}" dt="2026-09-20T05:27:50.043" v="18"/>
          <ac:spMkLst>
            <pc:docMk/>
            <pc:sldMk cId="1223430458" sldId="909"/>
            <ac:spMk id="4" creationId="{5D681B40-657E-4733-7D93-4866ED8AA14C}"/>
          </ac:spMkLst>
        </pc:spChg>
        <pc:spChg chg="add mod">
          <ac:chgData name="lakshmi abhishiktha" userId="9c26369dbb92a98d" providerId="Windows Live" clId="Web-{28B68314-4850-6F36-386A-114A3E093BE4}" dt="2026-09-20T08:41:06.355" v="128"/>
          <ac:spMkLst>
            <pc:docMk/>
            <pc:sldMk cId="1223430458" sldId="909"/>
            <ac:spMk id="6" creationId="{02646B8C-A8D1-5541-B1C0-69ADD02EEC66}"/>
          </ac:spMkLst>
        </pc:spChg>
        <pc:spChg chg="add del">
          <ac:chgData name="lakshmi abhishiktha" userId="9c26369dbb92a98d" providerId="Windows Live" clId="Web-{28B68314-4850-6F36-386A-114A3E093BE4}" dt="2026-09-20T05:27:46.668" v="13"/>
          <ac:spMkLst>
            <pc:docMk/>
            <pc:sldMk cId="1223430458" sldId="909"/>
            <ac:spMk id="12" creationId="{F3060C83-F051-4F0E-ABAD-AA0DFC48B218}"/>
          </ac:spMkLst>
        </pc:spChg>
        <pc:spChg chg="add del">
          <ac:chgData name="lakshmi abhishiktha" userId="9c26369dbb92a98d" providerId="Windows Live" clId="Web-{28B68314-4850-6F36-386A-114A3E093BE4}" dt="2026-09-20T05:27:46.668" v="13"/>
          <ac:spMkLst>
            <pc:docMk/>
            <pc:sldMk cId="1223430458" sldId="909"/>
            <ac:spMk id="14" creationId="{83C98ABE-055B-441F-B07E-44F97F083C39}"/>
          </ac:spMkLst>
        </pc:spChg>
        <pc:spChg chg="add del">
          <ac:chgData name="lakshmi abhishiktha" userId="9c26369dbb92a98d" providerId="Windows Live" clId="Web-{28B68314-4850-6F36-386A-114A3E093BE4}" dt="2026-09-20T05:27:46.668" v="13"/>
          <ac:spMkLst>
            <pc:docMk/>
            <pc:sldMk cId="1223430458" sldId="909"/>
            <ac:spMk id="16" creationId="{29FDB030-9B49-4CED-8CCD-4D99382388AC}"/>
          </ac:spMkLst>
        </pc:spChg>
        <pc:spChg chg="add del">
          <ac:chgData name="lakshmi abhishiktha" userId="9c26369dbb92a98d" providerId="Windows Live" clId="Web-{28B68314-4850-6F36-386A-114A3E093BE4}" dt="2026-09-20T05:27:46.668" v="13"/>
          <ac:spMkLst>
            <pc:docMk/>
            <pc:sldMk cId="1223430458" sldId="909"/>
            <ac:spMk id="18" creationId="{3783CA14-24A1-485C-8B30-D6A5D87987AD}"/>
          </ac:spMkLst>
        </pc:spChg>
        <pc:spChg chg="add del">
          <ac:chgData name="lakshmi abhishiktha" userId="9c26369dbb92a98d" providerId="Windows Live" clId="Web-{28B68314-4850-6F36-386A-114A3E093BE4}" dt="2026-09-20T05:27:46.668" v="13"/>
          <ac:spMkLst>
            <pc:docMk/>
            <pc:sldMk cId="1223430458" sldId="909"/>
            <ac:spMk id="20" creationId="{9A97C86A-04D6-40F7-AE84-31AB43E6A846}"/>
          </ac:spMkLst>
        </pc:spChg>
        <pc:spChg chg="add del">
          <ac:chgData name="lakshmi abhishiktha" userId="9c26369dbb92a98d" providerId="Windows Live" clId="Web-{28B68314-4850-6F36-386A-114A3E093BE4}" dt="2026-09-20T05:27:46.668" v="13"/>
          <ac:spMkLst>
            <pc:docMk/>
            <pc:sldMk cId="1223430458" sldId="909"/>
            <ac:spMk id="22" creationId="{FF9F2414-84E8-453E-B1F3-389FDE8192D9}"/>
          </ac:spMkLst>
        </pc:spChg>
        <pc:spChg chg="add del">
          <ac:chgData name="lakshmi abhishiktha" userId="9c26369dbb92a98d" providerId="Windows Live" clId="Web-{28B68314-4850-6F36-386A-114A3E093BE4}" dt="2026-09-20T05:27:46.668" v="13"/>
          <ac:spMkLst>
            <pc:docMk/>
            <pc:sldMk cId="1223430458" sldId="909"/>
            <ac:spMk id="24" creationId="{3ECA69A1-7536-43AC-85EF-C7106179F5ED}"/>
          </ac:spMkLst>
        </pc:spChg>
        <pc:spChg chg="add del">
          <ac:chgData name="lakshmi abhishiktha" userId="9c26369dbb92a98d" providerId="Windows Live" clId="Web-{28B68314-4850-6F36-386A-114A3E093BE4}" dt="2026-09-20T05:27:47.434" v="15"/>
          <ac:spMkLst>
            <pc:docMk/>
            <pc:sldMk cId="1223430458" sldId="909"/>
            <ac:spMk id="26" creationId="{01D0AF59-99C3-4251-AB9A-C966C6AD4400}"/>
          </ac:spMkLst>
        </pc:spChg>
        <pc:spChg chg="add del">
          <ac:chgData name="lakshmi abhishiktha" userId="9c26369dbb92a98d" providerId="Windows Live" clId="Web-{28B68314-4850-6F36-386A-114A3E093BE4}" dt="2026-09-20T05:27:47.434" v="15"/>
          <ac:spMkLst>
            <pc:docMk/>
            <pc:sldMk cId="1223430458" sldId="909"/>
            <ac:spMk id="27" creationId="{1855405F-37A2-4869-9154-F8BE3BECE6C3}"/>
          </ac:spMkLst>
        </pc:spChg>
        <pc:spChg chg="add del">
          <ac:chgData name="lakshmi abhishiktha" userId="9c26369dbb92a98d" providerId="Windows Live" clId="Web-{28B68314-4850-6F36-386A-114A3E093BE4}" dt="2026-09-20T05:27:50.028" v="17"/>
          <ac:spMkLst>
            <pc:docMk/>
            <pc:sldMk cId="1223430458" sldId="909"/>
            <ac:spMk id="29" creationId="{3DAD86CA-8235-409B-982B-5E7A033E2392}"/>
          </ac:spMkLst>
        </pc:spChg>
        <pc:spChg chg="add del">
          <ac:chgData name="lakshmi abhishiktha" userId="9c26369dbb92a98d" providerId="Windows Live" clId="Web-{28B68314-4850-6F36-386A-114A3E093BE4}" dt="2026-09-20T05:27:50.028" v="17"/>
          <ac:spMkLst>
            <pc:docMk/>
            <pc:sldMk cId="1223430458" sldId="909"/>
            <ac:spMk id="30" creationId="{9F234FBA-3501-47B4-AE0C-AA4AFBC8F603}"/>
          </ac:spMkLst>
        </pc:spChg>
        <pc:spChg chg="add del">
          <ac:chgData name="lakshmi abhishiktha" userId="9c26369dbb92a98d" providerId="Windows Live" clId="Web-{28B68314-4850-6F36-386A-114A3E093BE4}" dt="2026-09-20T05:27:50.028" v="17"/>
          <ac:spMkLst>
            <pc:docMk/>
            <pc:sldMk cId="1223430458" sldId="909"/>
            <ac:spMk id="31" creationId="{B5EF893B-0491-416E-9D33-BADE9600792A}"/>
          </ac:spMkLst>
        </pc:spChg>
        <pc:spChg chg="add">
          <ac:chgData name="lakshmi abhishiktha" userId="9c26369dbb92a98d" providerId="Windows Live" clId="Web-{28B68314-4850-6F36-386A-114A3E093BE4}" dt="2026-09-20T05:27:50.043" v="18"/>
          <ac:spMkLst>
            <pc:docMk/>
            <pc:sldMk cId="1223430458" sldId="909"/>
            <ac:spMk id="34" creationId="{B9FF99BD-075F-4761-A995-6FC574BD25EA}"/>
          </ac:spMkLst>
        </pc:spChg>
        <pc:spChg chg="add">
          <ac:chgData name="lakshmi abhishiktha" userId="9c26369dbb92a98d" providerId="Windows Live" clId="Web-{28B68314-4850-6F36-386A-114A3E093BE4}" dt="2026-09-20T05:27:50.043" v="18"/>
          <ac:spMkLst>
            <pc:docMk/>
            <pc:sldMk cId="1223430458" sldId="909"/>
            <ac:spMk id="35" creationId="{A7B21A54-9BA3-4EA9-B460-5A829ADD9051}"/>
          </ac:spMkLst>
        </pc:spChg>
        <pc:spChg chg="add">
          <ac:chgData name="lakshmi abhishiktha" userId="9c26369dbb92a98d" providerId="Windows Live" clId="Web-{28B68314-4850-6F36-386A-114A3E093BE4}" dt="2026-09-20T05:27:50.043" v="18"/>
          <ac:spMkLst>
            <pc:docMk/>
            <pc:sldMk cId="1223430458" sldId="909"/>
            <ac:spMk id="36" creationId="{6FA8F714-B9D8-488A-8CCA-E9948FF913A9}"/>
          </ac:spMkLst>
        </pc:spChg>
        <pc:picChg chg="add mod ord">
          <ac:chgData name="lakshmi abhishiktha" userId="9c26369dbb92a98d" providerId="Windows Live" clId="Web-{28B68314-4850-6F36-386A-114A3E093BE4}" dt="2026-09-20T05:27:50.043" v="18"/>
          <ac:picMkLst>
            <pc:docMk/>
            <pc:sldMk cId="1223430458" sldId="909"/>
            <ac:picMk id="5" creationId="{7B43B1AD-46EE-5ABD-C039-4715375AE141}"/>
          </ac:picMkLst>
        </pc:picChg>
        <pc:picChg chg="add">
          <ac:chgData name="lakshmi abhishiktha" userId="9c26369dbb92a98d" providerId="Windows Live" clId="Web-{28B68314-4850-6F36-386A-114A3E093BE4}" dt="2026-09-20T05:20:38.932" v="7"/>
          <ac:picMkLst>
            <pc:docMk/>
            <pc:sldMk cId="1223430458" sldId="909"/>
            <ac:picMk id="7" creationId="{81E1F0CB-D561-4D33-B626-FEAEA1F9C21D}"/>
          </ac:picMkLst>
        </pc:picChg>
        <pc:cxnChg chg="add del">
          <ac:chgData name="lakshmi abhishiktha" userId="9c26369dbb92a98d" providerId="Windows Live" clId="Web-{28B68314-4850-6F36-386A-114A3E093BE4}" dt="2026-09-20T05:27:50.028" v="17"/>
          <ac:cxnSpMkLst>
            <pc:docMk/>
            <pc:sldMk cId="1223430458" sldId="909"/>
            <ac:cxnSpMk id="32" creationId="{469F4FF8-F8B0-4630-BA1B-0D8B324CD5FF}"/>
          </ac:cxnSpMkLst>
        </pc:cxnChg>
      </pc:sldChg>
      <pc:sldChg chg="addSp delSp modSp new mod setBg">
        <pc:chgData name="lakshmi abhishiktha" userId="9c26369dbb92a98d" providerId="Windows Live" clId="Web-{28B68314-4850-6F36-386A-114A3E093BE4}" dt="2026-09-20T08:40:28.963" v="126" actId="20577"/>
        <pc:sldMkLst>
          <pc:docMk/>
          <pc:sldMk cId="2607070552" sldId="910"/>
        </pc:sldMkLst>
        <pc:spChg chg="mod ord">
          <ac:chgData name="lakshmi abhishiktha" userId="9c26369dbb92a98d" providerId="Windows Live" clId="Web-{28B68314-4850-6F36-386A-114A3E093BE4}" dt="2026-09-20T08:36:16.145" v="55"/>
          <ac:spMkLst>
            <pc:docMk/>
            <pc:sldMk cId="2607070552" sldId="910"/>
            <ac:spMk id="2" creationId="{12831812-100E-FB4B-491B-893A22603BC9}"/>
          </ac:spMkLst>
        </pc:spChg>
        <pc:spChg chg="mod ord">
          <ac:chgData name="lakshmi abhishiktha" userId="9c26369dbb92a98d" providerId="Windows Live" clId="Web-{28B68314-4850-6F36-386A-114A3E093BE4}" dt="2026-09-20T08:36:16.145" v="55"/>
          <ac:spMkLst>
            <pc:docMk/>
            <pc:sldMk cId="2607070552" sldId="910"/>
            <ac:spMk id="3" creationId="{2A7F9622-28C0-D53E-B61D-EA902FFF7071}"/>
          </ac:spMkLst>
        </pc:spChg>
        <pc:spChg chg="mod">
          <ac:chgData name="lakshmi abhishiktha" userId="9c26369dbb92a98d" providerId="Windows Live" clId="Web-{28B68314-4850-6F36-386A-114A3E093BE4}" dt="2026-09-20T08:36:16.145" v="55"/>
          <ac:spMkLst>
            <pc:docMk/>
            <pc:sldMk cId="2607070552" sldId="910"/>
            <ac:spMk id="4" creationId="{17062C3E-188B-92DF-6A2C-9803B6CC9908}"/>
          </ac:spMkLst>
        </pc:spChg>
        <pc:spChg chg="add del">
          <ac:chgData name="lakshmi abhishiktha" userId="9c26369dbb92a98d" providerId="Windows Live" clId="Web-{28B68314-4850-6F36-386A-114A3E093BE4}" dt="2026-09-20T08:36:08.098" v="48"/>
          <ac:spMkLst>
            <pc:docMk/>
            <pc:sldMk cId="2607070552" sldId="910"/>
            <ac:spMk id="9" creationId="{32BC26D8-82FB-445E-AA49-62A77D7C1EE0}"/>
          </ac:spMkLst>
        </pc:spChg>
        <pc:spChg chg="add del">
          <ac:chgData name="lakshmi abhishiktha" userId="9c26369dbb92a98d" providerId="Windows Live" clId="Web-{28B68314-4850-6F36-386A-114A3E093BE4}" dt="2026-09-20T08:35:51.003" v="42"/>
          <ac:spMkLst>
            <pc:docMk/>
            <pc:sldMk cId="2607070552" sldId="910"/>
            <ac:spMk id="10" creationId="{69D184B2-2226-4E31-BCCB-444330767440}"/>
          </ac:spMkLst>
        </pc:spChg>
        <pc:spChg chg="add del">
          <ac:chgData name="lakshmi abhishiktha" userId="9c26369dbb92a98d" providerId="Windows Live" clId="Web-{28B68314-4850-6F36-386A-114A3E093BE4}" dt="2026-09-20T08:35:51.003" v="42"/>
          <ac:spMkLst>
            <pc:docMk/>
            <pc:sldMk cId="2607070552" sldId="910"/>
            <ac:spMk id="11" creationId="{1AC4D4E3-486A-464A-8EC8-D44881097267}"/>
          </ac:spMkLst>
        </pc:spChg>
        <pc:spChg chg="add del">
          <ac:chgData name="lakshmi abhishiktha" userId="9c26369dbb92a98d" providerId="Windows Live" clId="Web-{28B68314-4850-6F36-386A-114A3E093BE4}" dt="2026-09-20T08:35:51.003" v="42"/>
          <ac:spMkLst>
            <pc:docMk/>
            <pc:sldMk cId="2607070552" sldId="910"/>
            <ac:spMk id="12" creationId="{864DE13E-58EB-4475-B79C-0D4FC651239B}"/>
          </ac:spMkLst>
        </pc:spChg>
        <pc:spChg chg="add del">
          <ac:chgData name="lakshmi abhishiktha" userId="9c26369dbb92a98d" providerId="Windows Live" clId="Web-{28B68314-4850-6F36-386A-114A3E093BE4}" dt="2026-09-20T08:35:45.909" v="38"/>
          <ac:spMkLst>
            <pc:docMk/>
            <pc:sldMk cId="2607070552" sldId="910"/>
            <ac:spMk id="13" creationId="{A9F529C3-C941-49FD-8C67-82F134F64BDB}"/>
          </ac:spMkLst>
        </pc:spChg>
        <pc:spChg chg="add del">
          <ac:chgData name="lakshmi abhishiktha" userId="9c26369dbb92a98d" providerId="Windows Live" clId="Web-{28B68314-4850-6F36-386A-114A3E093BE4}" dt="2026-09-20T08:36:08.098" v="48"/>
          <ac:spMkLst>
            <pc:docMk/>
            <pc:sldMk cId="2607070552" sldId="910"/>
            <ac:spMk id="14" creationId="{CB44330D-EA18-4254-AA95-EB49948539B8}"/>
          </ac:spMkLst>
        </pc:spChg>
        <pc:spChg chg="add del">
          <ac:chgData name="lakshmi abhishiktha" userId="9c26369dbb92a98d" providerId="Windows Live" clId="Web-{28B68314-4850-6F36-386A-114A3E093BE4}" dt="2026-09-20T08:35:45.909" v="38"/>
          <ac:spMkLst>
            <pc:docMk/>
            <pc:sldMk cId="2607070552" sldId="910"/>
            <ac:spMk id="15" creationId="{20586029-32A0-47E5-9AEC-AE3ABA6B94D0}"/>
          </ac:spMkLst>
        </pc:spChg>
        <pc:spChg chg="add del">
          <ac:chgData name="lakshmi abhishiktha" userId="9c26369dbb92a98d" providerId="Windows Live" clId="Web-{28B68314-4850-6F36-386A-114A3E093BE4}" dt="2026-09-20T08:36:13.176" v="52"/>
          <ac:spMkLst>
            <pc:docMk/>
            <pc:sldMk cId="2607070552" sldId="910"/>
            <ac:spMk id="16" creationId="{2633B3B5-CC90-43F0-8714-D31D1F3F0209}"/>
          </ac:spMkLst>
        </pc:spChg>
        <pc:spChg chg="add del">
          <ac:chgData name="lakshmi abhishiktha" userId="9c26369dbb92a98d" providerId="Windows Live" clId="Web-{28B68314-4850-6F36-386A-114A3E093BE4}" dt="2026-09-20T08:36:10.629" v="50"/>
          <ac:spMkLst>
            <pc:docMk/>
            <pc:sldMk cId="2607070552" sldId="910"/>
            <ac:spMk id="18" creationId="{2E80C965-DB6D-4F81-9E9E-B027384D0BD6}"/>
          </ac:spMkLst>
        </pc:spChg>
        <pc:spChg chg="add del">
          <ac:chgData name="lakshmi abhishiktha" userId="9c26369dbb92a98d" providerId="Windows Live" clId="Web-{28B68314-4850-6F36-386A-114A3E093BE4}" dt="2026-09-20T08:36:10.629" v="50"/>
          <ac:spMkLst>
            <pc:docMk/>
            <pc:sldMk cId="2607070552" sldId="910"/>
            <ac:spMk id="20" creationId="{633C5E46-DAC5-4661-9C87-22B08E2A512F}"/>
          </ac:spMkLst>
        </pc:spChg>
        <pc:spChg chg="add del">
          <ac:chgData name="lakshmi abhishiktha" userId="9c26369dbb92a98d" providerId="Windows Live" clId="Web-{28B68314-4850-6F36-386A-114A3E093BE4}" dt="2026-09-20T08:35:58.019" v="44"/>
          <ac:spMkLst>
            <pc:docMk/>
            <pc:sldMk cId="2607070552" sldId="910"/>
            <ac:spMk id="21" creationId="{2217FF4A-5EDF-43B7-90EE-BDD9F1E9EAC2}"/>
          </ac:spMkLst>
        </pc:spChg>
        <pc:spChg chg="add del">
          <ac:chgData name="lakshmi abhishiktha" userId="9c26369dbb92a98d" providerId="Windows Live" clId="Web-{28B68314-4850-6F36-386A-114A3E093BE4}" dt="2026-09-20T08:35:58.019" v="44"/>
          <ac:spMkLst>
            <pc:docMk/>
            <pc:sldMk cId="2607070552" sldId="910"/>
            <ac:spMk id="22" creationId="{7AA67C3D-6D28-4C64-81F8-295FC9396EB6}"/>
          </ac:spMkLst>
        </pc:spChg>
        <pc:spChg chg="add del">
          <ac:chgData name="lakshmi abhishiktha" userId="9c26369dbb92a98d" providerId="Windows Live" clId="Web-{28B68314-4850-6F36-386A-114A3E093BE4}" dt="2026-09-20T08:35:58.019" v="44"/>
          <ac:spMkLst>
            <pc:docMk/>
            <pc:sldMk cId="2607070552" sldId="910"/>
            <ac:spMk id="23" creationId="{8DBEAE55-3EA1-41D7-A212-5F7D8986C1F2}"/>
          </ac:spMkLst>
        </pc:spChg>
        <pc:spChg chg="add del">
          <ac:chgData name="lakshmi abhishiktha" userId="9c26369dbb92a98d" providerId="Windows Live" clId="Web-{28B68314-4850-6F36-386A-114A3E093BE4}" dt="2026-09-20T08:35:58.019" v="44"/>
          <ac:spMkLst>
            <pc:docMk/>
            <pc:sldMk cId="2607070552" sldId="910"/>
            <ac:spMk id="24" creationId="{CFC5F0E7-644F-4101-BE72-12825CF537E7}"/>
          </ac:spMkLst>
        </pc:spChg>
        <pc:spChg chg="add del">
          <ac:chgData name="lakshmi abhishiktha" userId="9c26369dbb92a98d" providerId="Windows Live" clId="Web-{28B68314-4850-6F36-386A-114A3E093BE4}" dt="2026-09-20T08:35:58.019" v="44"/>
          <ac:spMkLst>
            <pc:docMk/>
            <pc:sldMk cId="2607070552" sldId="910"/>
            <ac:spMk id="25" creationId="{74283919-7E00-4FC2-BFC9-3F56E58808F7}"/>
          </ac:spMkLst>
        </pc:spChg>
        <pc:spChg chg="add del">
          <ac:chgData name="lakshmi abhishiktha" userId="9c26369dbb92a98d" providerId="Windows Live" clId="Web-{28B68314-4850-6F36-386A-114A3E093BE4}" dt="2026-09-20T08:36:10.629" v="50"/>
          <ac:spMkLst>
            <pc:docMk/>
            <pc:sldMk cId="2607070552" sldId="910"/>
            <ac:spMk id="26" creationId="{86FF76B9-219D-4469-AF87-0236D29032F1}"/>
          </ac:spMkLst>
        </pc:spChg>
        <pc:spChg chg="add mod">
          <ac:chgData name="lakshmi abhishiktha" userId="9c26369dbb92a98d" providerId="Windows Live" clId="Web-{28B68314-4850-6F36-386A-114A3E093BE4}" dt="2026-09-20T08:40:28.963" v="126" actId="20577"/>
          <ac:spMkLst>
            <pc:docMk/>
            <pc:sldMk cId="2607070552" sldId="910"/>
            <ac:spMk id="29" creationId="{7486A7A2-E368-A3F4-0CA2-EBC64DD0C1B6}"/>
          </ac:spMkLst>
        </pc:spChg>
        <pc:spChg chg="add del">
          <ac:chgData name="lakshmi abhishiktha" userId="9c26369dbb92a98d" providerId="Windows Live" clId="Web-{28B68314-4850-6F36-386A-114A3E093BE4}" dt="2026-09-20T08:36:13.176" v="52"/>
          <ac:spMkLst>
            <pc:docMk/>
            <pc:sldMk cId="2607070552" sldId="910"/>
            <ac:spMk id="30" creationId="{AB8C311F-7253-4AED-9701-7FC0708C41C7}"/>
          </ac:spMkLst>
        </pc:spChg>
        <pc:spChg chg="add del">
          <ac:chgData name="lakshmi abhishiktha" userId="9c26369dbb92a98d" providerId="Windows Live" clId="Web-{28B68314-4850-6F36-386A-114A3E093BE4}" dt="2026-09-20T08:36:13.176" v="52"/>
          <ac:spMkLst>
            <pc:docMk/>
            <pc:sldMk cId="2607070552" sldId="910"/>
            <ac:spMk id="31" creationId="{E2384209-CB15-4CDF-9D31-C44FD9A3F20D}"/>
          </ac:spMkLst>
        </pc:spChg>
        <pc:spChg chg="add del">
          <ac:chgData name="lakshmi abhishiktha" userId="9c26369dbb92a98d" providerId="Windows Live" clId="Web-{28B68314-4850-6F36-386A-114A3E093BE4}" dt="2026-09-20T08:36:13.176" v="52"/>
          <ac:spMkLst>
            <pc:docMk/>
            <pc:sldMk cId="2607070552" sldId="910"/>
            <ac:spMk id="32" creationId="{A8D57A06-A426-446D-B02C-A2DC6B62E45E}"/>
          </ac:spMkLst>
        </pc:spChg>
        <pc:spChg chg="add del">
          <ac:chgData name="lakshmi abhishiktha" userId="9c26369dbb92a98d" providerId="Windows Live" clId="Web-{28B68314-4850-6F36-386A-114A3E093BE4}" dt="2026-09-20T08:36:16.129" v="54"/>
          <ac:spMkLst>
            <pc:docMk/>
            <pc:sldMk cId="2607070552" sldId="910"/>
            <ac:spMk id="34" creationId="{42A4FC2C-047E-45A5-965D-8E1E3BF09BC6}"/>
          </ac:spMkLst>
        </pc:spChg>
        <pc:spChg chg="add">
          <ac:chgData name="lakshmi abhishiktha" userId="9c26369dbb92a98d" providerId="Windows Live" clId="Web-{28B68314-4850-6F36-386A-114A3E093BE4}" dt="2026-09-20T08:36:16.145" v="55"/>
          <ac:spMkLst>
            <pc:docMk/>
            <pc:sldMk cId="2607070552" sldId="910"/>
            <ac:spMk id="36" creationId="{32BC26D8-82FB-445E-AA49-62A77D7C1EE0}"/>
          </ac:spMkLst>
        </pc:spChg>
        <pc:spChg chg="add">
          <ac:chgData name="lakshmi abhishiktha" userId="9c26369dbb92a98d" providerId="Windows Live" clId="Web-{28B68314-4850-6F36-386A-114A3E093BE4}" dt="2026-09-20T08:36:16.145" v="55"/>
          <ac:spMkLst>
            <pc:docMk/>
            <pc:sldMk cId="2607070552" sldId="910"/>
            <ac:spMk id="37" creationId="{CB44330D-EA18-4254-AA95-EB49948539B8}"/>
          </ac:spMkLst>
        </pc:spChg>
        <pc:grpChg chg="add del">
          <ac:chgData name="lakshmi abhishiktha" userId="9c26369dbb92a98d" providerId="Windows Live" clId="Web-{28B68314-4850-6F36-386A-114A3E093BE4}" dt="2026-09-20T08:36:10.629" v="50"/>
          <ac:grpSpMkLst>
            <pc:docMk/>
            <pc:sldMk cId="2607070552" sldId="910"/>
            <ac:grpSpMk id="27" creationId="{DB88BD78-87E1-424D-B479-C37D8E41B12E}"/>
          </ac:grpSpMkLst>
        </pc:grpChg>
        <pc:picChg chg="add">
          <ac:chgData name="lakshmi abhishiktha" userId="9c26369dbb92a98d" providerId="Windows Live" clId="Web-{28B68314-4850-6F36-386A-114A3E093BE4}" dt="2026-09-20T08:33:27.500" v="34"/>
          <ac:picMkLst>
            <pc:docMk/>
            <pc:sldMk cId="2607070552" sldId="910"/>
            <ac:picMk id="6" creationId="{840AB94A-BE99-1180-C8BA-91D2DA6F67EB}"/>
          </ac:picMkLst>
        </pc:picChg>
        <pc:picChg chg="add mod ord">
          <ac:chgData name="lakshmi abhishiktha" userId="9c26369dbb92a98d" providerId="Windows Live" clId="Web-{28B68314-4850-6F36-386A-114A3E093BE4}" dt="2026-09-20T08:39:35.837" v="115" actId="14100"/>
          <ac:picMkLst>
            <pc:docMk/>
            <pc:sldMk cId="2607070552" sldId="910"/>
            <ac:picMk id="7" creationId="{D66EFEAE-6E38-9207-D8CC-12D6B5A0EED6}"/>
          </ac:picMkLst>
        </pc:picChg>
        <pc:picChg chg="add del mod ord">
          <ac:chgData name="lakshmi abhishiktha" userId="9c26369dbb92a98d" providerId="Windows Live" clId="Web-{28B68314-4850-6F36-386A-114A3E093BE4}" dt="2026-09-20T08:36:01.644" v="46"/>
          <ac:picMkLst>
            <pc:docMk/>
            <pc:sldMk cId="2607070552" sldId="910"/>
            <ac:picMk id="8" creationId="{110333B0-D951-224F-E3CA-D06CBB74B1C5}"/>
          </ac:picMkLst>
        </pc:picChg>
        <pc:cxnChg chg="add del">
          <ac:chgData name="lakshmi abhishiktha" userId="9c26369dbb92a98d" providerId="Windows Live" clId="Web-{28B68314-4850-6F36-386A-114A3E093BE4}" dt="2026-09-20T08:35:45.909" v="38"/>
          <ac:cxnSpMkLst>
            <pc:docMk/>
            <pc:sldMk cId="2607070552" sldId="910"/>
            <ac:cxnSpMk id="17" creationId="{8C730EAB-A532-4295-A302-FB4B90DB9F5E}"/>
          </ac:cxnSpMkLst>
        </pc:cxnChg>
        <pc:cxnChg chg="add del">
          <ac:chgData name="lakshmi abhishiktha" userId="9c26369dbb92a98d" providerId="Windows Live" clId="Web-{28B68314-4850-6F36-386A-114A3E093BE4}" dt="2026-09-20T08:35:51.003" v="42"/>
          <ac:cxnSpMkLst>
            <pc:docMk/>
            <pc:sldMk cId="2607070552" sldId="910"/>
            <ac:cxnSpMk id="19" creationId="{02E9B2EE-76CA-47F3-9977-3F2FCB7FD252}"/>
          </ac:cxnSpMkLst>
        </pc:cxnChg>
      </pc:sldChg>
      <pc:sldChg chg="addSp delSp modSp new mod setBg modClrScheme delDesignElem chgLayout">
        <pc:chgData name="lakshmi abhishiktha" userId="9c26369dbb92a98d" providerId="Windows Live" clId="Web-{28B68314-4850-6F36-386A-114A3E093BE4}" dt="2026-09-20T08:55:15.078" v="129"/>
        <pc:sldMkLst>
          <pc:docMk/>
          <pc:sldMk cId="3271676371" sldId="911"/>
        </pc:sldMkLst>
        <pc:spChg chg="mod ord">
          <ac:chgData name="lakshmi abhishiktha" userId="9c26369dbb92a98d" providerId="Windows Live" clId="Web-{28B68314-4850-6F36-386A-114A3E093BE4}" dt="2026-09-20T08:55:15.078" v="129"/>
          <ac:spMkLst>
            <pc:docMk/>
            <pc:sldMk cId="3271676371" sldId="911"/>
            <ac:spMk id="2" creationId="{736BA649-D457-E34C-997E-5A06BDD841AF}"/>
          </ac:spMkLst>
        </pc:spChg>
        <pc:spChg chg="mod ord">
          <ac:chgData name="lakshmi abhishiktha" userId="9c26369dbb92a98d" providerId="Windows Live" clId="Web-{28B68314-4850-6F36-386A-114A3E093BE4}" dt="2026-09-20T08:55:15.078" v="129"/>
          <ac:spMkLst>
            <pc:docMk/>
            <pc:sldMk cId="3271676371" sldId="911"/>
            <ac:spMk id="3" creationId="{02401B95-0055-3B92-4CA9-D6E34F91B802}"/>
          </ac:spMkLst>
        </pc:spChg>
        <pc:spChg chg="mod ord">
          <ac:chgData name="lakshmi abhishiktha" userId="9c26369dbb92a98d" providerId="Windows Live" clId="Web-{28B68314-4850-6F36-386A-114A3E093BE4}" dt="2026-09-20T08:55:15.078" v="129"/>
          <ac:spMkLst>
            <pc:docMk/>
            <pc:sldMk cId="3271676371" sldId="911"/>
            <ac:spMk id="4" creationId="{E3B7EE0E-E1E2-7512-1DBD-8B3917BD817C}"/>
          </ac:spMkLst>
        </pc:spChg>
        <pc:spChg chg="add mod">
          <ac:chgData name="lakshmi abhishiktha" userId="9c26369dbb92a98d" providerId="Windows Live" clId="Web-{28B68314-4850-6F36-386A-114A3E093BE4}" dt="2026-09-20T08:40:40.338" v="127" actId="20577"/>
          <ac:spMkLst>
            <pc:docMk/>
            <pc:sldMk cId="3271676371" sldId="911"/>
            <ac:spMk id="8" creationId="{E44F8666-E1A1-887F-61DC-81BEB9F04DDC}"/>
          </ac:spMkLst>
        </pc:spChg>
        <pc:spChg chg="add mod ord">
          <ac:chgData name="lakshmi abhishiktha" userId="9c26369dbb92a98d" providerId="Windows Live" clId="Web-{28B68314-4850-6F36-386A-114A3E093BE4}" dt="2026-09-20T08:55:15.078" v="129"/>
          <ac:spMkLst>
            <pc:docMk/>
            <pc:sldMk cId="3271676371" sldId="911"/>
            <ac:spMk id="9" creationId="{5ED14AA1-C47E-434E-12CD-85A5A074FD77}"/>
          </ac:spMkLst>
        </pc:spChg>
        <pc:spChg chg="add del">
          <ac:chgData name="lakshmi abhishiktha" userId="9c26369dbb92a98d" providerId="Windows Live" clId="Web-{28B68314-4850-6F36-386A-114A3E093BE4}" dt="2026-09-20T08:55:15.078" v="129"/>
          <ac:spMkLst>
            <pc:docMk/>
            <pc:sldMk cId="3271676371" sldId="911"/>
            <ac:spMk id="10" creationId="{32BC26D8-82FB-445E-AA49-62A77D7C1EE0}"/>
          </ac:spMkLst>
        </pc:spChg>
        <pc:spChg chg="add mod ord">
          <ac:chgData name="lakshmi abhishiktha" userId="9c26369dbb92a98d" providerId="Windows Live" clId="Web-{28B68314-4850-6F36-386A-114A3E093BE4}" dt="2026-09-20T08:55:15.078" v="129"/>
          <ac:spMkLst>
            <pc:docMk/>
            <pc:sldMk cId="3271676371" sldId="911"/>
            <ac:spMk id="11" creationId="{90F60FE4-02DC-E335-C13C-76C8103E1A1B}"/>
          </ac:spMkLst>
        </pc:spChg>
        <pc:spChg chg="add del">
          <ac:chgData name="lakshmi abhishiktha" userId="9c26369dbb92a98d" providerId="Windows Live" clId="Web-{28B68314-4850-6F36-386A-114A3E093BE4}" dt="2026-09-20T08:55:15.078" v="129"/>
          <ac:spMkLst>
            <pc:docMk/>
            <pc:sldMk cId="3271676371" sldId="911"/>
            <ac:spMk id="12" creationId="{CB44330D-EA18-4254-AA95-EB49948539B8}"/>
          </ac:spMkLst>
        </pc:spChg>
        <pc:picChg chg="add mod ord">
          <ac:chgData name="lakshmi abhishiktha" userId="9c26369dbb92a98d" providerId="Windows Live" clId="Web-{28B68314-4850-6F36-386A-114A3E093BE4}" dt="2026-09-20T08:36:29.629" v="58"/>
          <ac:picMkLst>
            <pc:docMk/>
            <pc:sldMk cId="3271676371" sldId="911"/>
            <ac:picMk id="5" creationId="{7F8353A8-A737-CE03-DE4A-CC7DEA3478FC}"/>
          </ac:picMkLst>
        </pc:picChg>
        <pc:picChg chg="add">
          <ac:chgData name="lakshmi abhishiktha" userId="9c26369dbb92a98d" providerId="Windows Live" clId="Web-{28B68314-4850-6F36-386A-114A3E093BE4}" dt="2026-09-20T08:36:37.176" v="59"/>
          <ac:picMkLst>
            <pc:docMk/>
            <pc:sldMk cId="3271676371" sldId="911"/>
            <ac:picMk id="7" creationId="{E085E20F-A282-98C3-B5B0-F243400D59B5}"/>
          </ac:picMkLst>
        </pc:picChg>
      </pc:sldChg>
    </pc:docChg>
  </pc:docChgLst>
  <pc:docChgLst>
    <pc:chgData name="lakshmi abhishiktha" userId="9c26369dbb92a98d" providerId="Windows Live" clId="Web-{03C660CB-EC62-D68F-364C-669794FFBCF3}"/>
    <pc:docChg chg="addSld delSld modSld">
      <pc:chgData name="lakshmi abhishiktha" userId="9c26369dbb92a98d" providerId="Windows Live" clId="Web-{03C660CB-EC62-D68F-364C-669794FFBCF3}" dt="2026-09-18T04:10:20.863" v="19" actId="20577"/>
      <pc:docMkLst>
        <pc:docMk/>
      </pc:docMkLst>
      <pc:sldChg chg="add del">
        <pc:chgData name="lakshmi abhishiktha" userId="9c26369dbb92a98d" providerId="Windows Live" clId="Web-{03C660CB-EC62-D68F-364C-669794FFBCF3}" dt="2026-09-18T04:09:58.316" v="5"/>
        <pc:sldMkLst>
          <pc:docMk/>
          <pc:sldMk cId="2065876014" sldId="258"/>
        </pc:sldMkLst>
      </pc:sldChg>
      <pc:sldChg chg="modSp">
        <pc:chgData name="lakshmi abhishiktha" userId="9c26369dbb92a98d" providerId="Windows Live" clId="Web-{03C660CB-EC62-D68F-364C-669794FFBCF3}" dt="2026-09-18T04:10:20.863" v="19" actId="20577"/>
        <pc:sldMkLst>
          <pc:docMk/>
          <pc:sldMk cId="2247602601" sldId="262"/>
        </pc:sldMkLst>
        <pc:spChg chg="mod">
          <ac:chgData name="lakshmi abhishiktha" userId="9c26369dbb92a98d" providerId="Windows Live" clId="Web-{03C660CB-EC62-D68F-364C-669794FFBCF3}" dt="2026-09-18T04:10:20.863" v="19" actId="20577"/>
          <ac:spMkLst>
            <pc:docMk/>
            <pc:sldMk cId="2247602601" sldId="262"/>
            <ac:spMk id="16" creationId="{500C0830-A1CA-96AE-68D2-18C57ABE4802}"/>
          </ac:spMkLst>
        </pc:spChg>
        <pc:spChg chg="mod">
          <ac:chgData name="lakshmi abhishiktha" userId="9c26369dbb92a98d" providerId="Windows Live" clId="Web-{03C660CB-EC62-D68F-364C-669794FFBCF3}" dt="2026-09-18T04:10:02.191" v="9" actId="20577"/>
          <ac:spMkLst>
            <pc:docMk/>
            <pc:sldMk cId="2247602601" sldId="262"/>
            <ac:spMk id="17" creationId="{D25BC1A0-FDE4-1557-375E-6E0BD69BC77B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#1" qsCatId="3D" csTypeId="urn:microsoft.com/office/officeart/2005/8/colors/colorful1#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#1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20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20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20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20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20 September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20 September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20 September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20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20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20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20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20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svgsilh.com/03a9f4/image/98809.html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00C0830-A1CA-96AE-68D2-18C57ABE4802}"/>
              </a:ext>
            </a:extLst>
          </p:cNvPr>
          <p:cNvSpPr txBox="1"/>
          <p:nvPr/>
        </p:nvSpPr>
        <p:spPr>
          <a:xfrm>
            <a:off x="2995612" y="2868213"/>
            <a:ext cx="6200774" cy="492443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 lIns="91440" tIns="45720" rIns="91440" bIns="45720" anchor="t">
            <a:spAutoFit/>
          </a:bodyPr>
          <a:lstStyle/>
          <a:p>
            <a:pPr algn="ctr"/>
            <a:endParaRPr lang="en-IN" sz="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>
                <a:solidFill>
                  <a:srgbClr val="FF0000"/>
                </a:solidFill>
                <a:latin typeface="Times New Roman"/>
                <a:cs typeface="Times New Roman"/>
              </a:rPr>
              <a:t> 25-09-26</a:t>
            </a:r>
            <a:endParaRPr lang="en-IN" sz="20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2402759"/>
              </p:ext>
            </p:extLst>
          </p:nvPr>
        </p:nvGraphicFramePr>
        <p:xfrm>
          <a:off x="8193271" y="4898509"/>
          <a:ext cx="3702050" cy="792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752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algn="l" rtl="0" eaLnBrk="1" latinLnBrk="0" hangingPunct="1"/>
                      <a:r>
                        <a:rPr lang="en-IN" sz="1600" b="1" kern="1200">
                          <a:solidFill>
                            <a:schemeClr val="dk1"/>
                          </a:solidFill>
                          <a:latin typeface="Times New Roman"/>
                          <a:ea typeface="Cambria"/>
                          <a:cs typeface="Times New Roman"/>
                        </a:rPr>
                        <a:t>Name :S.LAKSHMI ABHISHIKTHA</a:t>
                      </a:r>
                      <a:endParaRPr lang="en-IN" sz="1400" b="1" kern="120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IN" sz="1400" b="1" kern="1200">
                          <a:solidFill>
                            <a:schemeClr val="dk1"/>
                          </a:solidFill>
                          <a:latin typeface="Times New Roman"/>
                          <a:ea typeface="Cambria"/>
                          <a:cs typeface="Times New Roman"/>
                        </a:rPr>
                        <a:t>Roll Number: 2420030792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6200353"/>
              </p:ext>
            </p:extLst>
          </p:nvPr>
        </p:nvGraphicFramePr>
        <p:xfrm>
          <a:off x="-795813" y="4774125"/>
          <a:ext cx="5902325" cy="1366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>
                          <a:solidFill>
                            <a:schemeClr val="dk1"/>
                          </a:solidFill>
                          <a:latin typeface="Times New Roman"/>
                          <a:ea typeface="Cambria"/>
                          <a:cs typeface="Times New Roman"/>
                          <a:sym typeface="Cambria"/>
                        </a:rPr>
                        <a:t>Dr. NEELIMA GOGINENI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latin typeface="Times New Roman"/>
                          <a:ea typeface="Cambria"/>
                          <a:cs typeface="Times New Roman"/>
                        </a:rPr>
                        <a:t>ASSOCIATE Professor</a:t>
                      </a:r>
                      <a:r>
                        <a:rPr lang="en-US" sz="1400">
                          <a:solidFill>
                            <a:schemeClr val="dk1"/>
                          </a:solidFill>
                          <a:latin typeface="Times New Roman"/>
                          <a:ea typeface="Cambria"/>
                          <a:cs typeface="Times New Roman"/>
                          <a:sym typeface="Cambria"/>
                        </a:rPr>
                        <a:t>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b="1"/>
              <a:t>Date</a:t>
            </a:r>
            <a:endParaRPr lang="en-IN" b="1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/>
              <a:t>SOA Project Review-1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738187" y="810857"/>
            <a:ext cx="10715625" cy="138499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/>
            </a:pPr>
            <a:r>
              <a:rPr lang="en-IN" sz="2800" b="1">
                <a:solidFill>
                  <a:schemeClr val="bg1"/>
                </a:solidFill>
                <a:latin typeface="Times New Roman"/>
                <a:cs typeface="Times New Roman"/>
              </a:rPr>
              <a:t>AI-Driven</a:t>
            </a:r>
            <a:r>
              <a:rPr lang="en-IN" sz="2800" b="1">
                <a:solidFill>
                  <a:schemeClr val="bg1"/>
                </a:solidFill>
                <a:latin typeface="Times New Roman"/>
                <a:ea typeface="+mn-lt"/>
                <a:cs typeface="Times New Roman"/>
              </a:rPr>
              <a:t> Agentic Healthcare Assistance and Intelligent Referral Management Platform</a:t>
            </a:r>
            <a:endParaRPr lang="en-US" sz="3600">
              <a:solidFill>
                <a:schemeClr val="bg1"/>
              </a:solidFill>
              <a:latin typeface="Times New Roman"/>
              <a:ea typeface="+mn-lt"/>
              <a:cs typeface="Times New Roman"/>
            </a:endParaRPr>
          </a:p>
          <a:p>
            <a:pPr lvl="0" algn="ctr">
              <a:defRPr/>
            </a:pPr>
            <a:endParaRPr lang="en-IN" sz="28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38187" y="2246806"/>
            <a:ext cx="10715625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/>
            </a:pPr>
            <a:r>
              <a:rPr lang="en-IN" sz="3200" b="1">
                <a:latin typeface="Times New Roman"/>
                <a:cs typeface="Times New Roman"/>
              </a:rPr>
              <a:t>SOA Project Review-2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FAE64B-DFA9-4528-D74E-DAEA88C00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222DE7-17C6-1B7E-71C0-2347B0AA2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Project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001361" y="1377996"/>
            <a:ext cx="6784432" cy="4438977"/>
            <a:chOff x="1929643" y="1656655"/>
            <a:chExt cx="6784432" cy="443897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Challenges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Research Objectives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Conclusion &amp; Future Work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References</a:t>
              </a:r>
              <a:b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</a:b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7E2443-43F4-3FA3-6C83-796D6B456220}"/>
                </a:ext>
              </a:extLst>
            </p:cNvPr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Publications Details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Focus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Introduction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Literature Survey</a:t>
              </a:r>
              <a:endParaRPr kumimoji="0" lang="en-US" sz="204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991897" y="482232"/>
            <a:ext cx="6096000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3600" b="1">
                <a:latin typeface="Times New Roman"/>
                <a:cs typeface="Times New Roman"/>
              </a:rPr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138ED38-3BC5-33F5-CDCB-ECFBBB7428EA}"/>
              </a:ext>
            </a:extLst>
          </p:cNvPr>
          <p:cNvSpPr txBox="1"/>
          <p:nvPr/>
        </p:nvSpPr>
        <p:spPr>
          <a:xfrm>
            <a:off x="527540" y="1465385"/>
            <a:ext cx="11048998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Times New Roman"/>
                <a:cs typeface="Times New Roman"/>
              </a:rPr>
              <a:t>Traditional healthcare systems often depend on </a:t>
            </a:r>
            <a:r>
              <a:rPr lang="en-US" b="1">
                <a:latin typeface="Times New Roman"/>
                <a:cs typeface="Times New Roman"/>
              </a:rPr>
              <a:t>manual and disconnected processes</a:t>
            </a:r>
            <a:r>
              <a:rPr lang="en-US">
                <a:latin typeface="Times New Roman"/>
                <a:cs typeface="Times New Roman"/>
              </a:rPr>
              <a:t> for patient assistance, healthcare provider selection, appointment management, and referral coordination. This can result in </a:t>
            </a:r>
            <a:r>
              <a:rPr lang="en-US" b="1">
                <a:latin typeface="Times New Roman"/>
                <a:cs typeface="Times New Roman"/>
              </a:rPr>
              <a:t>delayed responses, inefficient healthcare service coordination, difficulty identifying suitable healthcare providers, and limited personalized assistance</a:t>
            </a:r>
            <a:r>
              <a:rPr lang="en-US">
                <a:latin typeface="Times New Roman"/>
                <a:cs typeface="Times New Roman"/>
              </a:rPr>
              <a:t>. Therefore, there is a need for an </a:t>
            </a:r>
            <a:r>
              <a:rPr lang="en-US" b="1">
                <a:latin typeface="Times New Roman"/>
                <a:cs typeface="Times New Roman"/>
              </a:rPr>
              <a:t>intelligent, automated, and scalable platform</a:t>
            </a:r>
            <a:r>
              <a:rPr lang="en-US">
                <a:latin typeface="Times New Roman"/>
                <a:cs typeface="Times New Roman"/>
              </a:rPr>
              <a:t> that can provide personalized healthcare assistance and efficiently manage the referral process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508849-A0DD-12D4-FD0D-5322CA138B2F}"/>
              </a:ext>
            </a:extLst>
          </p:cNvPr>
          <p:cNvSpPr txBox="1"/>
          <p:nvPr/>
        </p:nvSpPr>
        <p:spPr>
          <a:xfrm>
            <a:off x="3048000" y="469169"/>
            <a:ext cx="6096000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3600" b="1">
                <a:latin typeface="Times New Roman"/>
                <a:cs typeface="Times New Roman"/>
              </a:rPr>
              <a:t>Objectives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5EB8D6C-8934-7C99-CD32-4E14B389D1C7}"/>
              </a:ext>
            </a:extLst>
          </p:cNvPr>
          <p:cNvSpPr txBox="1"/>
          <p:nvPr/>
        </p:nvSpPr>
        <p:spPr>
          <a:xfrm>
            <a:off x="677334" y="1185333"/>
            <a:ext cx="10540999" cy="50783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"/>
              <a:buChar char="•"/>
            </a:pPr>
            <a:r>
              <a:rPr lang="en-US" b="1">
                <a:latin typeface="Times New Roman"/>
                <a:cs typeface="Times New Roman"/>
              </a:rPr>
              <a:t>Develop an Agentic AI healthcare assistant</a:t>
            </a:r>
            <a:r>
              <a:rPr lang="en-US">
                <a:latin typeface="Times New Roman"/>
                <a:cs typeface="Times New Roman"/>
              </a:rPr>
              <a:t> using </a:t>
            </a:r>
            <a:r>
              <a:rPr lang="en-US" b="1">
                <a:latin typeface="Times New Roman"/>
                <a:cs typeface="Times New Roman"/>
              </a:rPr>
              <a:t>Gemini and </a:t>
            </a:r>
            <a:r>
              <a:rPr lang="en-US" b="1" err="1">
                <a:latin typeface="Times New Roman"/>
                <a:cs typeface="Times New Roman"/>
              </a:rPr>
              <a:t>LangGraph</a:t>
            </a:r>
            <a:r>
              <a:rPr lang="en-US">
                <a:latin typeface="Times New Roman"/>
                <a:cs typeface="Times New Roman"/>
              </a:rPr>
              <a:t> to understand and process user healthcare queries. </a:t>
            </a:r>
          </a:p>
          <a:p>
            <a:endParaRPr lang="en-US">
              <a:latin typeface="Times New Roman"/>
              <a:cs typeface="Times New Roman"/>
            </a:endParaRPr>
          </a:p>
          <a:p>
            <a:pPr>
              <a:buFont typeface=""/>
              <a:buChar char="•"/>
            </a:pPr>
            <a:r>
              <a:rPr lang="en-US" b="1">
                <a:latin typeface="Times New Roman"/>
                <a:cs typeface="Times New Roman"/>
              </a:rPr>
              <a:t>Automate intelligent referral management</a:t>
            </a:r>
            <a:r>
              <a:rPr lang="en-US">
                <a:latin typeface="Times New Roman"/>
                <a:cs typeface="Times New Roman"/>
              </a:rPr>
              <a:t> by supporting context gathering, risk assessment, doctor search, referral decisions, and emergency escalation. </a:t>
            </a:r>
          </a:p>
          <a:p>
            <a:endParaRPr lang="en-US">
              <a:latin typeface="Times New Roman"/>
              <a:cs typeface="Times New Roman"/>
            </a:endParaRPr>
          </a:p>
          <a:p>
            <a:pPr>
              <a:buFont typeface=""/>
              <a:buChar char="•"/>
            </a:pPr>
            <a:r>
              <a:rPr lang="en-US" b="1">
                <a:latin typeface="Times New Roman"/>
                <a:cs typeface="Times New Roman"/>
              </a:rPr>
              <a:t>Build a scalable microservices architecture</a:t>
            </a:r>
            <a:r>
              <a:rPr lang="en-US">
                <a:latin typeface="Times New Roman"/>
                <a:cs typeface="Times New Roman"/>
              </a:rPr>
              <a:t> using </a:t>
            </a:r>
            <a:r>
              <a:rPr lang="en-US" b="1">
                <a:latin typeface="Times New Roman"/>
                <a:cs typeface="Times New Roman"/>
              </a:rPr>
              <a:t>Spring Boot 3, Spring Cloud, Netflix Eureka, and Spring Cloud Gateway</a:t>
            </a:r>
            <a:r>
              <a:rPr lang="en-US">
                <a:latin typeface="Times New Roman"/>
                <a:cs typeface="Times New Roman"/>
              </a:rPr>
              <a:t>. </a:t>
            </a:r>
          </a:p>
          <a:p>
            <a:endParaRPr lang="en-US">
              <a:latin typeface="Times New Roman"/>
              <a:cs typeface="Times New Roman"/>
            </a:endParaRPr>
          </a:p>
          <a:p>
            <a:pPr>
              <a:buFont typeface=""/>
              <a:buChar char="•"/>
            </a:pPr>
            <a:r>
              <a:rPr lang="en-US" b="1">
                <a:latin typeface="Times New Roman"/>
                <a:cs typeface="Times New Roman"/>
              </a:rPr>
              <a:t>Provide secure healthcare services</a:t>
            </a:r>
            <a:r>
              <a:rPr lang="en-US">
                <a:latin typeface="Times New Roman"/>
                <a:cs typeface="Times New Roman"/>
              </a:rPr>
              <a:t> using </a:t>
            </a:r>
            <a:r>
              <a:rPr lang="en-US" b="1">
                <a:latin typeface="Times New Roman"/>
                <a:cs typeface="Times New Roman"/>
              </a:rPr>
              <a:t>JWT authentication and role-based authorization</a:t>
            </a:r>
            <a:r>
              <a:rPr lang="en-US">
                <a:latin typeface="Times New Roman"/>
                <a:cs typeface="Times New Roman"/>
              </a:rPr>
              <a:t>. </a:t>
            </a:r>
          </a:p>
          <a:p>
            <a:endParaRPr lang="en-US">
              <a:latin typeface="Times New Roman"/>
              <a:cs typeface="Times New Roman"/>
            </a:endParaRPr>
          </a:p>
          <a:p>
            <a:pPr>
              <a:buFont typeface=""/>
              <a:buChar char="•"/>
            </a:pPr>
            <a:r>
              <a:rPr lang="en-US" b="1">
                <a:latin typeface="Times New Roman"/>
                <a:cs typeface="Times New Roman"/>
              </a:rPr>
              <a:t>Develop a responsive React.js interface</a:t>
            </a:r>
            <a:r>
              <a:rPr lang="en-US">
                <a:latin typeface="Times New Roman"/>
                <a:cs typeface="Times New Roman"/>
              </a:rPr>
              <a:t> for patients and healthcare providers to access healthcare assistance, appointments, referrals, and notifications. </a:t>
            </a:r>
          </a:p>
          <a:p>
            <a:endParaRPr lang="en-US">
              <a:latin typeface="Times New Roman"/>
              <a:cs typeface="Times New Roman"/>
            </a:endParaRPr>
          </a:p>
          <a:p>
            <a:pPr>
              <a:buFont typeface=""/>
              <a:buChar char="•"/>
            </a:pPr>
            <a:r>
              <a:rPr lang="en-US" b="1">
                <a:latin typeface="Times New Roman"/>
                <a:cs typeface="Times New Roman"/>
              </a:rPr>
              <a:t>Implement reliable data management</a:t>
            </a:r>
            <a:r>
              <a:rPr lang="en-US">
                <a:latin typeface="Times New Roman"/>
                <a:cs typeface="Times New Roman"/>
              </a:rPr>
              <a:t> using MongoDB with modular service-level data handling. </a:t>
            </a:r>
          </a:p>
          <a:p>
            <a:endParaRPr lang="en-US">
              <a:latin typeface="Times New Roman"/>
              <a:cs typeface="Times New Roman"/>
            </a:endParaRPr>
          </a:p>
          <a:p>
            <a:pPr>
              <a:buFont typeface=""/>
              <a:buChar char="•"/>
            </a:pPr>
            <a:r>
              <a:rPr lang="en-US" b="1">
                <a:latin typeface="Times New Roman"/>
                <a:cs typeface="Times New Roman"/>
              </a:rPr>
              <a:t>Enable automated deployment and testing</a:t>
            </a:r>
            <a:r>
              <a:rPr lang="en-US">
                <a:latin typeface="Times New Roman"/>
                <a:cs typeface="Times New Roman"/>
              </a:rPr>
              <a:t> using Docker, GitHub Actions, and Postman Agent Mode.</a:t>
            </a:r>
          </a:p>
          <a:p>
            <a:pPr algn="ctr"/>
            <a:endParaRPr lang="en-US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0062CA-E93E-DFB0-5A22-1412AB9A6752}"/>
              </a:ext>
            </a:extLst>
          </p:cNvPr>
          <p:cNvSpPr txBox="1"/>
          <p:nvPr/>
        </p:nvSpPr>
        <p:spPr>
          <a:xfrm>
            <a:off x="2296160" y="620398"/>
            <a:ext cx="6847840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3600" b="1" dirty="0">
                <a:latin typeface="Times New Roman"/>
                <a:ea typeface="+mn-lt"/>
                <a:cs typeface="Times New Roman"/>
              </a:rPr>
              <a:t>Existing System &amp; Limitations</a:t>
            </a:r>
            <a:endParaRPr lang="en-US" b="1" dirty="0">
              <a:latin typeface="Times New Roman"/>
              <a:cs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8B05109-0550-F5E9-E00A-DB2F32A224BD}"/>
              </a:ext>
            </a:extLst>
          </p:cNvPr>
          <p:cNvSpPr txBox="1"/>
          <p:nvPr/>
        </p:nvSpPr>
        <p:spPr>
          <a:xfrm>
            <a:off x="625231" y="1592384"/>
            <a:ext cx="10384692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"/>
              <a:buChar char="•"/>
            </a:pPr>
            <a:r>
              <a:rPr lang="en-US">
                <a:latin typeface="Times New Roman"/>
                <a:cs typeface="Times New Roman"/>
              </a:rPr>
              <a:t>Existing healthcare systems often use </a:t>
            </a:r>
            <a:r>
              <a:rPr lang="en-US" b="1">
                <a:latin typeface="Times New Roman"/>
                <a:cs typeface="Times New Roman"/>
              </a:rPr>
              <a:t>separate and disconnected services</a:t>
            </a:r>
            <a:r>
              <a:rPr lang="en-US">
                <a:latin typeface="Times New Roman"/>
                <a:cs typeface="Times New Roman"/>
              </a:rPr>
              <a:t> for patient care, appointments, providers, and referrals. </a:t>
            </a:r>
          </a:p>
          <a:p>
            <a:endParaRPr lang="en-US">
              <a:latin typeface="Times New Roman"/>
              <a:cs typeface="Times New Roman"/>
            </a:endParaRPr>
          </a:p>
          <a:p>
            <a:pPr>
              <a:buFont typeface=""/>
              <a:buChar char="•"/>
            </a:pPr>
            <a:r>
              <a:rPr lang="en-US">
                <a:latin typeface="Times New Roman"/>
                <a:cs typeface="Times New Roman"/>
              </a:rPr>
              <a:t>Traditional systems provide </a:t>
            </a:r>
            <a:r>
              <a:rPr lang="en-US" b="1">
                <a:latin typeface="Times New Roman"/>
                <a:cs typeface="Times New Roman"/>
              </a:rPr>
              <a:t>limited intelligent and personalized assistance</a:t>
            </a:r>
            <a:r>
              <a:rPr lang="en-US">
                <a:latin typeface="Times New Roman"/>
                <a:cs typeface="Times New Roman"/>
              </a:rPr>
              <a:t> to patients.</a:t>
            </a:r>
          </a:p>
          <a:p>
            <a:endParaRPr lang="en-US">
              <a:latin typeface="Times New Roman"/>
              <a:cs typeface="Times New Roman"/>
            </a:endParaRPr>
          </a:p>
          <a:p>
            <a:pPr>
              <a:buFont typeface=""/>
              <a:buChar char="•"/>
            </a:pPr>
            <a:r>
              <a:rPr lang="en-US">
                <a:latin typeface="Times New Roman"/>
                <a:cs typeface="Times New Roman"/>
              </a:rPr>
              <a:t>Most healthcare chatbots mainly support </a:t>
            </a:r>
            <a:r>
              <a:rPr lang="en-US" b="1">
                <a:latin typeface="Times New Roman"/>
                <a:cs typeface="Times New Roman"/>
              </a:rPr>
              <a:t>basic query answering</a:t>
            </a:r>
            <a:r>
              <a:rPr lang="en-US">
                <a:latin typeface="Times New Roman"/>
                <a:cs typeface="Times New Roman"/>
              </a:rPr>
              <a:t> rather than multi-step task coordination. </a:t>
            </a:r>
          </a:p>
          <a:p>
            <a:endParaRPr lang="en-US">
              <a:latin typeface="Times New Roman"/>
              <a:cs typeface="Times New Roman"/>
            </a:endParaRPr>
          </a:p>
          <a:p>
            <a:pPr>
              <a:buFont typeface=""/>
              <a:buChar char="•"/>
            </a:pPr>
            <a:r>
              <a:rPr lang="en-US">
                <a:latin typeface="Times New Roman"/>
                <a:cs typeface="Times New Roman"/>
              </a:rPr>
              <a:t>Referral processes often lack </a:t>
            </a:r>
            <a:r>
              <a:rPr lang="en-US" b="1">
                <a:latin typeface="Times New Roman"/>
                <a:cs typeface="Times New Roman"/>
              </a:rPr>
              <a:t>intelligent provider matching, risk assessment, and automated decision-making</a:t>
            </a:r>
            <a:r>
              <a:rPr lang="en-US">
                <a:latin typeface="Times New Roman"/>
                <a:cs typeface="Times New Roman"/>
              </a:rPr>
              <a:t>. </a:t>
            </a:r>
          </a:p>
          <a:p>
            <a:endParaRPr lang="en-US">
              <a:latin typeface="Times New Roman"/>
              <a:cs typeface="Times New Roman"/>
            </a:endParaRPr>
          </a:p>
          <a:p>
            <a:pPr>
              <a:buFont typeface=""/>
              <a:buChar char="•"/>
            </a:pPr>
            <a:r>
              <a:rPr lang="en-US">
                <a:latin typeface="Times New Roman"/>
                <a:cs typeface="Times New Roman"/>
              </a:rPr>
              <a:t>There is a need for a </a:t>
            </a:r>
            <a:r>
              <a:rPr lang="en-US" b="1">
                <a:latin typeface="Times New Roman"/>
                <a:cs typeface="Times New Roman"/>
              </a:rPr>
              <a:t>scalable microservices-based platform integrated with Agentic AI</a:t>
            </a:r>
            <a:r>
              <a:rPr lang="en-US">
                <a:latin typeface="Times New Roman"/>
                <a:cs typeface="Times New Roman"/>
              </a:rPr>
              <a:t> to coordinate healthcare assistance and referral workflows. </a:t>
            </a:r>
          </a:p>
          <a:p>
            <a:endParaRPr lang="en-US">
              <a:latin typeface="Times New Roman"/>
              <a:cs typeface="Times New Roman"/>
            </a:endParaRPr>
          </a:p>
          <a:p>
            <a:pPr>
              <a:buFont typeface=""/>
              <a:buChar char="•"/>
            </a:pPr>
            <a:r>
              <a:rPr lang="en-US">
                <a:latin typeface="Times New Roman"/>
                <a:cs typeface="Times New Roman"/>
              </a:rPr>
              <a:t>The proposed system addresses this gap by combining </a:t>
            </a:r>
            <a:r>
              <a:rPr lang="en-US" b="1">
                <a:latin typeface="Times New Roman"/>
                <a:cs typeface="Times New Roman"/>
              </a:rPr>
              <a:t>Gemini, </a:t>
            </a:r>
            <a:r>
              <a:rPr lang="en-US" b="1" err="1">
                <a:latin typeface="Times New Roman"/>
                <a:cs typeface="Times New Roman"/>
              </a:rPr>
              <a:t>LangGraph</a:t>
            </a:r>
            <a:r>
              <a:rPr lang="en-US" b="1">
                <a:latin typeface="Times New Roman"/>
                <a:cs typeface="Times New Roman"/>
              </a:rPr>
              <a:t>, intelligent agents, and microservices</a:t>
            </a:r>
            <a:r>
              <a:rPr lang="en-US">
                <a:latin typeface="Times New Roman"/>
                <a:cs typeface="Times New Roman"/>
              </a:rPr>
              <a:t> for automated and personalized healthcare referral management.</a:t>
            </a:r>
          </a:p>
          <a:p>
            <a:pPr algn="ctr"/>
            <a:endParaRPr lang="en-US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387226-F29E-0041-5581-4EF07C7198F1}"/>
              </a:ext>
            </a:extLst>
          </p:cNvPr>
          <p:cNvSpPr txBox="1"/>
          <p:nvPr/>
        </p:nvSpPr>
        <p:spPr>
          <a:xfrm>
            <a:off x="1893060" y="567351"/>
            <a:ext cx="8405879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3600" b="1" dirty="0">
                <a:latin typeface="Times New Roman"/>
                <a:ea typeface="+mn-lt"/>
                <a:cs typeface="Times New Roman"/>
              </a:rPr>
              <a:t>Project Design – Overall Architecture</a:t>
            </a:r>
            <a:endParaRPr lang="en-US" sz="3600" b="1">
              <a:latin typeface="Times New Roman"/>
              <a:cs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3F5F081-8040-7ED2-404C-CAE30D24D8D1}"/>
              </a:ext>
            </a:extLst>
          </p:cNvPr>
          <p:cNvSpPr txBox="1"/>
          <p:nvPr/>
        </p:nvSpPr>
        <p:spPr>
          <a:xfrm>
            <a:off x="762000" y="1365250"/>
            <a:ext cx="10075333" cy="618630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"/>
              <a:buChar char="•"/>
            </a:pPr>
            <a:r>
              <a:rPr lang="en-US" b="1">
                <a:latin typeface="Times New Roman"/>
                <a:cs typeface="Times New Roman"/>
              </a:rPr>
              <a:t>Agentic AI Workflow:</a:t>
            </a:r>
            <a:r>
              <a:rPr lang="en-US">
                <a:latin typeface="Times New Roman"/>
                <a:cs typeface="Times New Roman"/>
              </a:rPr>
              <a:t> Uses </a:t>
            </a:r>
            <a:r>
              <a:rPr lang="en-US" b="1">
                <a:latin typeface="Times New Roman"/>
                <a:cs typeface="Times New Roman"/>
              </a:rPr>
              <a:t>Gemini and </a:t>
            </a:r>
            <a:r>
              <a:rPr lang="en-US" b="1" err="1">
                <a:latin typeface="Times New Roman"/>
                <a:cs typeface="Times New Roman"/>
              </a:rPr>
              <a:t>LangGraph</a:t>
            </a:r>
            <a:r>
              <a:rPr lang="en-US">
                <a:latin typeface="Times New Roman"/>
                <a:cs typeface="Times New Roman"/>
              </a:rPr>
              <a:t> to coordinate multi-step healthcare tasks instead of simple chatbot responses. </a:t>
            </a:r>
          </a:p>
          <a:p>
            <a:endParaRPr lang="en-US">
              <a:latin typeface="Times New Roman"/>
              <a:cs typeface="Times New Roman"/>
            </a:endParaRPr>
          </a:p>
          <a:p>
            <a:pPr>
              <a:buFont typeface=""/>
              <a:buChar char="•"/>
            </a:pPr>
            <a:r>
              <a:rPr lang="en-US" b="1">
                <a:latin typeface="Times New Roman"/>
                <a:cs typeface="Times New Roman"/>
              </a:rPr>
              <a:t>Intelligent Referral Management:</a:t>
            </a:r>
            <a:r>
              <a:rPr lang="en-US">
                <a:latin typeface="Times New Roman"/>
                <a:cs typeface="Times New Roman"/>
              </a:rPr>
              <a:t> Supports </a:t>
            </a:r>
            <a:r>
              <a:rPr lang="en-US" b="1">
                <a:latin typeface="Times New Roman"/>
                <a:cs typeface="Times New Roman"/>
              </a:rPr>
              <a:t>risk assessment, doctor search, referral decisions, and emergency escalation</a:t>
            </a:r>
            <a:r>
              <a:rPr lang="en-US">
                <a:latin typeface="Times New Roman"/>
                <a:cs typeface="Times New Roman"/>
              </a:rPr>
              <a:t> through an AI-driven workflow. </a:t>
            </a:r>
          </a:p>
          <a:p>
            <a:endParaRPr lang="en-US">
              <a:latin typeface="Times New Roman"/>
              <a:cs typeface="Times New Roman"/>
            </a:endParaRPr>
          </a:p>
          <a:p>
            <a:pPr>
              <a:buFont typeface=""/>
              <a:buChar char="•"/>
            </a:pPr>
            <a:r>
              <a:rPr lang="en-US" b="1">
                <a:latin typeface="Times New Roman"/>
                <a:cs typeface="Times New Roman"/>
              </a:rPr>
              <a:t>Microservices Architecture:</a:t>
            </a:r>
            <a:r>
              <a:rPr lang="en-US">
                <a:latin typeface="Times New Roman"/>
                <a:cs typeface="Times New Roman"/>
              </a:rPr>
              <a:t> Uses </a:t>
            </a:r>
            <a:r>
              <a:rPr lang="en-US" b="1">
                <a:latin typeface="Times New Roman"/>
                <a:cs typeface="Times New Roman"/>
              </a:rPr>
              <a:t>Spring Boot 3, Spring Cloud, Netflix Eureka, and Spring Cloud Gateway</a:t>
            </a:r>
            <a:r>
              <a:rPr lang="en-US">
                <a:latin typeface="Times New Roman"/>
                <a:cs typeface="Times New Roman"/>
              </a:rPr>
              <a:t> for a modular and scalable healthcare platform. </a:t>
            </a:r>
          </a:p>
          <a:p>
            <a:endParaRPr lang="en-US">
              <a:latin typeface="Times New Roman"/>
              <a:cs typeface="Times New Roman"/>
            </a:endParaRPr>
          </a:p>
          <a:p>
            <a:pPr>
              <a:buFont typeface=""/>
              <a:buChar char="•"/>
            </a:pPr>
            <a:r>
              <a:rPr lang="en-US" b="1">
                <a:latin typeface="Times New Roman"/>
                <a:cs typeface="Times New Roman"/>
              </a:rPr>
              <a:t>Personalized Assistance:</a:t>
            </a:r>
            <a:r>
              <a:rPr lang="en-US">
                <a:latin typeface="Times New Roman"/>
                <a:cs typeface="Times New Roman"/>
              </a:rPr>
              <a:t> Processes user requirements and context to provide </a:t>
            </a:r>
            <a:r>
              <a:rPr lang="en-US" b="1">
                <a:latin typeface="Times New Roman"/>
                <a:cs typeface="Times New Roman"/>
              </a:rPr>
              <a:t>relevant healthcare guidance and provider recommendations</a:t>
            </a:r>
            <a:r>
              <a:rPr lang="en-US">
                <a:latin typeface="Times New Roman"/>
                <a:cs typeface="Times New Roman"/>
              </a:rPr>
              <a:t>. </a:t>
            </a:r>
          </a:p>
          <a:p>
            <a:endParaRPr lang="en-US">
              <a:latin typeface="Times New Roman"/>
              <a:cs typeface="Times New Roman"/>
            </a:endParaRPr>
          </a:p>
          <a:p>
            <a:pPr>
              <a:buFont typeface=""/>
              <a:buChar char="•"/>
            </a:pPr>
            <a:r>
              <a:rPr lang="en-US" b="1">
                <a:latin typeface="Times New Roman"/>
                <a:cs typeface="Times New Roman"/>
              </a:rPr>
              <a:t>Secure Healthcare Platform:</a:t>
            </a:r>
            <a:r>
              <a:rPr lang="en-US">
                <a:latin typeface="Times New Roman"/>
                <a:cs typeface="Times New Roman"/>
              </a:rPr>
              <a:t> Implements </a:t>
            </a:r>
            <a:r>
              <a:rPr lang="en-US" b="1">
                <a:latin typeface="Times New Roman"/>
                <a:cs typeface="Times New Roman"/>
              </a:rPr>
              <a:t>JWT authentication and role-based authorization</a:t>
            </a:r>
            <a:r>
              <a:rPr lang="en-US">
                <a:latin typeface="Times New Roman"/>
                <a:cs typeface="Times New Roman"/>
              </a:rPr>
              <a:t> for controlled access to healthcare services. </a:t>
            </a:r>
          </a:p>
          <a:p>
            <a:endParaRPr lang="en-US">
              <a:latin typeface="Times New Roman"/>
              <a:cs typeface="Times New Roman"/>
            </a:endParaRPr>
          </a:p>
          <a:p>
            <a:pPr>
              <a:buFont typeface=""/>
              <a:buChar char="•"/>
            </a:pPr>
            <a:r>
              <a:rPr lang="en-US" b="1">
                <a:latin typeface="Times New Roman"/>
                <a:cs typeface="Times New Roman"/>
              </a:rPr>
              <a:t>Modern &amp; Automated Development:</a:t>
            </a:r>
            <a:r>
              <a:rPr lang="en-US">
                <a:latin typeface="Times New Roman"/>
                <a:cs typeface="Times New Roman"/>
              </a:rPr>
              <a:t> Uses </a:t>
            </a:r>
            <a:r>
              <a:rPr lang="en-US" b="1">
                <a:latin typeface="Times New Roman"/>
                <a:cs typeface="Times New Roman"/>
              </a:rPr>
              <a:t>React.js, Docker, GitHub Actions, GitHub Copilot, </a:t>
            </a:r>
            <a:r>
              <a:rPr lang="en-US" b="1" err="1">
                <a:latin typeface="Times New Roman"/>
                <a:cs typeface="Times New Roman"/>
              </a:rPr>
              <a:t>Lucidchart</a:t>
            </a:r>
            <a:r>
              <a:rPr lang="en-US" b="1">
                <a:latin typeface="Times New Roman"/>
                <a:cs typeface="Times New Roman"/>
              </a:rPr>
              <a:t> AI, Jira, and Postman Agent Mode</a:t>
            </a:r>
            <a:r>
              <a:rPr lang="en-US">
                <a:latin typeface="Times New Roman"/>
                <a:cs typeface="Times New Roman"/>
              </a:rPr>
              <a:t> to support development, design, testing, and deployment. </a:t>
            </a:r>
          </a:p>
          <a:p>
            <a:endParaRPr lang="en-US">
              <a:latin typeface="Times New Roman"/>
              <a:cs typeface="Times New Roman"/>
            </a:endParaRPr>
          </a:p>
          <a:p>
            <a:endParaRPr lang="en-US">
              <a:latin typeface="Times New Roman"/>
              <a:cs typeface="Times New Roman"/>
            </a:endParaRPr>
          </a:p>
          <a:p>
            <a:endParaRPr lang="en-US">
              <a:latin typeface="Times New Roman"/>
              <a:cs typeface="Times New Roman"/>
            </a:endParaRPr>
          </a:p>
          <a:p>
            <a:endParaRPr lang="en-US">
              <a:latin typeface="Times New Roman"/>
              <a:cs typeface="Times New Roman"/>
            </a:endParaRPr>
          </a:p>
          <a:p>
            <a:pPr algn="ctr"/>
            <a:endParaRPr lang="en-US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01503CE-98EB-5A49-E477-06B175D557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2462" r="138"/>
          <a:stretch>
            <a:fillRect/>
          </a:stretch>
        </p:blipFill>
        <p:spPr>
          <a:xfrm>
            <a:off x="2414953" y="-63500"/>
            <a:ext cx="7717701" cy="685038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9E852B0-A0AE-6E6C-66F5-58AA583147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980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1C92F74-4925-A0FA-FFB4-DC40EFB660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0"/>
            <a:ext cx="10287000" cy="6858000"/>
          </a:xfrm>
          <a:prstGeom prst="rect">
            <a:avLst/>
          </a:prstGeom>
        </p:spPr>
      </p:pic>
      <p:pic>
        <p:nvPicPr>
          <p:cNvPr id="5" name="Picture 4" descr="A logo with red letters and a black and white gear&#10;&#10;AI-generated content may be incorrect.">
            <a:extLst>
              <a:ext uri="{FF2B5EF4-FFF2-40B4-BE49-F238E27FC236}">
                <a16:creationId xmlns:a16="http://schemas.microsoft.com/office/drawing/2014/main" id="{E1416BA4-7057-AE4E-5309-FB8DE3678A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8735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F7CE10-08D9-83CF-7508-12575531E1E0}"/>
              </a:ext>
            </a:extLst>
          </p:cNvPr>
          <p:cNvSpPr txBox="1"/>
          <p:nvPr/>
        </p:nvSpPr>
        <p:spPr>
          <a:xfrm>
            <a:off x="2615380" y="551058"/>
            <a:ext cx="7234014" cy="70788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4000" b="1">
                <a:latin typeface="Times New Roman"/>
                <a:cs typeface="Times New Roman"/>
              </a:rPr>
              <a:t>Feasibility and Project Plan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D059B28-C956-718D-DA1F-B1313887E0C2}"/>
              </a:ext>
            </a:extLst>
          </p:cNvPr>
          <p:cNvSpPr txBox="1"/>
          <p:nvPr/>
        </p:nvSpPr>
        <p:spPr>
          <a:xfrm>
            <a:off x="1026583" y="1714501"/>
            <a:ext cx="6096000" cy="36933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u="sng" dirty="0">
                <a:latin typeface="Times New Roman"/>
                <a:cs typeface="Times New Roman"/>
              </a:rPr>
              <a:t>Technical Feasibility:</a:t>
            </a:r>
            <a:r>
              <a:rPr lang="en-US" u="sng" dirty="0">
                <a:latin typeface="Times New Roman"/>
                <a:cs typeface="Times New Roman"/>
              </a:rPr>
              <a:t> </a:t>
            </a:r>
            <a:endParaRPr lang="en-US" u="sng" dirty="0"/>
          </a:p>
          <a:p>
            <a:r>
              <a:rPr lang="en-US" dirty="0">
                <a:latin typeface="Times New Roman"/>
                <a:cs typeface="Times New Roman"/>
              </a:rPr>
              <a:t>The project can be implemented using Spring Boot 3, Spring Cloud, React.js, MongoDB, Gemini, and </a:t>
            </a:r>
            <a:r>
              <a:rPr lang="en-US" dirty="0" err="1">
                <a:latin typeface="Times New Roman"/>
                <a:cs typeface="Times New Roman"/>
              </a:rPr>
              <a:t>LangGraph</a:t>
            </a:r>
            <a:r>
              <a:rPr lang="en-US" dirty="0">
                <a:latin typeface="Times New Roman"/>
                <a:cs typeface="Times New Roman"/>
              </a:rPr>
              <a:t>. Netflix Eureka, Spring Cloud Gateway, JWT, Docker, and GitHub Actions support service discovery, security, deployment, and automation.</a:t>
            </a:r>
            <a:endParaRPr lang="en-US" dirty="0"/>
          </a:p>
          <a:p>
            <a:endParaRPr lang="en-US">
              <a:latin typeface="Times New Roman"/>
              <a:cs typeface="Times New Roman"/>
            </a:endParaRPr>
          </a:p>
          <a:p>
            <a:r>
              <a:rPr lang="en-US" b="1" u="sng" dirty="0">
                <a:latin typeface="Times New Roman"/>
                <a:cs typeface="Times New Roman"/>
              </a:rPr>
              <a:t>Operational Feasibility:</a:t>
            </a:r>
            <a:r>
              <a:rPr lang="en-US" u="sng" dirty="0">
                <a:latin typeface="Times New Roman"/>
                <a:cs typeface="Times New Roman"/>
              </a:rPr>
              <a:t> </a:t>
            </a:r>
          </a:p>
          <a:p>
            <a:r>
              <a:rPr lang="en-US" dirty="0">
                <a:latin typeface="Times New Roman"/>
                <a:cs typeface="Times New Roman"/>
              </a:rPr>
              <a:t>The platform provides an accessible interface and automates healthcare assistance and referral workflows, reducing manual coordination and improving service management.</a:t>
            </a:r>
          </a:p>
          <a:p>
            <a:endParaRPr lang="en-US">
              <a:latin typeface="Times New Roman"/>
              <a:cs typeface="Times New Roman"/>
            </a:endParaRPr>
          </a:p>
          <a:p>
            <a:pPr algn="ctr"/>
            <a:endParaRPr lang="en-US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707FC-488E-319B-7CE3-F96F11989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latin typeface="Times New Roman"/>
                <a:ea typeface="+mj-lt"/>
                <a:cs typeface="Times New Roman"/>
              </a:rPr>
              <a:t>Methodology </a:t>
            </a:r>
            <a:endParaRPr lang="en-US" b="1" u="sng"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F83205-9084-FB14-4927-BBE5F99826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5108" y="1612265"/>
            <a:ext cx="10505440" cy="474757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 dirty="0" err="1">
                <a:latin typeface="Times New Roman"/>
                <a:ea typeface="+mn-lt"/>
                <a:cs typeface="Times New Roman"/>
              </a:rPr>
              <a:t>CareBridge</a:t>
            </a:r>
            <a:r>
              <a:rPr lang="en-US" sz="2000" dirty="0">
                <a:latin typeface="Times New Roman"/>
                <a:ea typeface="+mn-lt"/>
                <a:cs typeface="Times New Roman"/>
              </a:rPr>
              <a:t> AI follows an </a:t>
            </a:r>
            <a:r>
              <a:rPr lang="en-US" sz="2000" b="1" dirty="0">
                <a:latin typeface="Times New Roman"/>
                <a:ea typeface="+mn-lt"/>
                <a:cs typeface="Times New Roman"/>
              </a:rPr>
              <a:t>agentic, modular, and service-oriented methodology</a:t>
            </a:r>
            <a:r>
              <a:rPr lang="en-US" sz="2000" dirty="0">
                <a:latin typeface="Times New Roman"/>
                <a:ea typeface="+mn-lt"/>
                <a:cs typeface="Times New Roman"/>
              </a:rPr>
              <a:t> to provide intelligent healthcare assistance and referral management.</a:t>
            </a:r>
            <a:endParaRPr lang="en-US" sz="2000" dirty="0">
              <a:latin typeface="Times New Roman"/>
              <a:cs typeface="Times New Roman"/>
            </a:endParaRPr>
          </a:p>
          <a:p>
            <a:r>
              <a:rPr lang="en-US" sz="2000" b="1" dirty="0">
                <a:latin typeface="Times New Roman"/>
                <a:ea typeface="+mn-lt"/>
                <a:cs typeface="Times New Roman"/>
              </a:rPr>
              <a:t>Main steps:</a:t>
            </a:r>
            <a:endParaRPr lang="en-US" sz="2000" dirty="0">
              <a:latin typeface="Times New Roman"/>
              <a:ea typeface="+mn-lt"/>
              <a:cs typeface="Times New Roman"/>
            </a:endParaRPr>
          </a:p>
          <a:p>
            <a:r>
              <a:rPr lang="en-US" sz="2000" b="1" dirty="0">
                <a:latin typeface="Times New Roman"/>
                <a:ea typeface="+mn-lt"/>
                <a:cs typeface="Times New Roman"/>
              </a:rPr>
              <a:t>User Interaction</a:t>
            </a:r>
            <a:r>
              <a:rPr lang="en-US" sz="2000" dirty="0">
                <a:latin typeface="Times New Roman"/>
                <a:ea typeface="+mn-lt"/>
                <a:cs typeface="Times New Roman"/>
              </a:rPr>
              <a:t> – Patient submits a healthcare query or request. </a:t>
            </a:r>
          </a:p>
          <a:p>
            <a:r>
              <a:rPr lang="en-US" sz="2000" b="1" dirty="0">
                <a:latin typeface="Times New Roman"/>
                <a:ea typeface="+mn-lt"/>
                <a:cs typeface="Times New Roman"/>
              </a:rPr>
              <a:t>Intent Extraction</a:t>
            </a:r>
            <a:r>
              <a:rPr lang="en-US" sz="2000" dirty="0">
                <a:latin typeface="Times New Roman"/>
                <a:ea typeface="+mn-lt"/>
                <a:cs typeface="Times New Roman"/>
              </a:rPr>
              <a:t> – AI identifies the user's requirement. </a:t>
            </a:r>
          </a:p>
          <a:p>
            <a:r>
              <a:rPr lang="en-US" sz="2000" b="1" dirty="0">
                <a:latin typeface="Times New Roman"/>
                <a:ea typeface="+mn-lt"/>
                <a:cs typeface="Times New Roman"/>
              </a:rPr>
              <a:t>Context Gathering</a:t>
            </a:r>
            <a:r>
              <a:rPr lang="en-US" sz="2000" dirty="0">
                <a:latin typeface="Times New Roman"/>
                <a:ea typeface="+mn-lt"/>
                <a:cs typeface="Times New Roman"/>
              </a:rPr>
              <a:t> – Relevant patient and healthcare information is collected. </a:t>
            </a:r>
          </a:p>
          <a:p>
            <a:r>
              <a:rPr lang="en-US" sz="2000" b="1" dirty="0">
                <a:latin typeface="Times New Roman"/>
                <a:ea typeface="+mn-lt"/>
                <a:cs typeface="Times New Roman"/>
              </a:rPr>
              <a:t>Risk Assessment</a:t>
            </a:r>
            <a:r>
              <a:rPr lang="en-US" sz="2000" dirty="0">
                <a:latin typeface="Times New Roman"/>
                <a:ea typeface="+mn-lt"/>
                <a:cs typeface="Times New Roman"/>
              </a:rPr>
              <a:t> – The system evaluates the urgency/risk level. </a:t>
            </a:r>
          </a:p>
          <a:p>
            <a:r>
              <a:rPr lang="en-US" sz="2000" b="1" dirty="0">
                <a:latin typeface="Times New Roman"/>
                <a:ea typeface="+mn-lt"/>
                <a:cs typeface="Times New Roman"/>
              </a:rPr>
              <a:t>Decision &amp; Referral</a:t>
            </a:r>
            <a:r>
              <a:rPr lang="en-US" sz="2000" dirty="0">
                <a:latin typeface="Times New Roman"/>
                <a:ea typeface="+mn-lt"/>
                <a:cs typeface="Times New Roman"/>
              </a:rPr>
              <a:t> – The agent determines the appropriate next action. </a:t>
            </a:r>
          </a:p>
          <a:p>
            <a:r>
              <a:rPr lang="en-US" sz="2000" b="1" dirty="0">
                <a:latin typeface="Times New Roman"/>
                <a:ea typeface="+mn-lt"/>
                <a:cs typeface="Times New Roman"/>
              </a:rPr>
              <a:t>Doctor Search</a:t>
            </a:r>
            <a:r>
              <a:rPr lang="en-US" sz="2000" dirty="0">
                <a:latin typeface="Times New Roman"/>
                <a:ea typeface="+mn-lt"/>
                <a:cs typeface="Times New Roman"/>
              </a:rPr>
              <a:t> – Suitable providers are identified based on the requirement. </a:t>
            </a:r>
          </a:p>
          <a:p>
            <a:r>
              <a:rPr lang="en-US" sz="2000" b="1" dirty="0">
                <a:latin typeface="Times New Roman"/>
                <a:ea typeface="+mn-lt"/>
                <a:cs typeface="Times New Roman"/>
              </a:rPr>
              <a:t>Appointment / Referral</a:t>
            </a:r>
            <a:r>
              <a:rPr lang="en-US" sz="2000" dirty="0">
                <a:latin typeface="Times New Roman"/>
                <a:ea typeface="+mn-lt"/>
                <a:cs typeface="Times New Roman"/>
              </a:rPr>
              <a:t> – The user is guided toward the appropriate healthcare service. </a:t>
            </a:r>
          </a:p>
          <a:p>
            <a:r>
              <a:rPr lang="en-US" sz="2000" b="1" dirty="0">
                <a:latin typeface="Times New Roman"/>
                <a:ea typeface="+mn-lt"/>
                <a:cs typeface="Times New Roman"/>
              </a:rPr>
              <a:t>Emergency Escalation</a:t>
            </a:r>
            <a:r>
              <a:rPr lang="en-US" sz="2000" dirty="0">
                <a:latin typeface="Times New Roman"/>
                <a:ea typeface="+mn-lt"/>
                <a:cs typeface="Times New Roman"/>
              </a:rPr>
              <a:t> – High-risk situations are escalated appropriately.</a:t>
            </a:r>
          </a:p>
          <a:p>
            <a:endParaRPr lang="en-US" sz="2000" dirty="0">
              <a:latin typeface="Times New Roman"/>
              <a:cs typeface="Times New Roman"/>
            </a:endParaRPr>
          </a:p>
        </p:txBody>
      </p:sp>
      <p:pic>
        <p:nvPicPr>
          <p:cNvPr id="5" name="Picture 4" descr="A logo with red letters and a black and white gear&#10;&#10;AI-generated content may be incorrect.">
            <a:extLst>
              <a:ext uri="{FF2B5EF4-FFF2-40B4-BE49-F238E27FC236}">
                <a16:creationId xmlns:a16="http://schemas.microsoft.com/office/drawing/2014/main" id="{567C2AD2-2CDB-B8FC-54B1-83030BF73F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07869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093CBC-CB4B-B878-3160-A69618139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20 September 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7459BE-C440-A495-7A57-3395E31FF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C2A6E4-95F4-5177-709D-9C48C34AD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11</a:t>
            </a:fld>
            <a:endParaRPr lang="en-IN"/>
          </a:p>
        </p:txBody>
      </p:sp>
      <p:pic>
        <p:nvPicPr>
          <p:cNvPr id="6" name="Picture 5" descr="A logo with red letters and a black and white gear&#10;&#10;AI-generated content may be incorrect.">
            <a:extLst>
              <a:ext uri="{FF2B5EF4-FFF2-40B4-BE49-F238E27FC236}">
                <a16:creationId xmlns:a16="http://schemas.microsoft.com/office/drawing/2014/main" id="{F9D2A33A-845A-7B5F-7A97-0B92FAD997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87196D3-0C92-1AAA-9857-BB86C8B5F4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6243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0DF4F-1C1A-40A8-F256-56C69DBE0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41045"/>
            <a:ext cx="10505440" cy="583883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/>
                <a:ea typeface="Calibri"/>
                <a:cs typeface="Times New Roman"/>
              </a:rPr>
              <a:t>Technical Soundness</a:t>
            </a:r>
            <a:endParaRPr lang="en-US">
              <a:latin typeface="Times New Roman"/>
              <a:ea typeface="Calibri"/>
              <a:cs typeface="Times New Roman"/>
            </a:endParaRPr>
          </a:p>
          <a:p>
            <a:endParaRPr lang="en-US" dirty="0">
              <a:ea typeface="Calibri Light"/>
              <a:cs typeface="Calibri Light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6E5CD1-9CEE-35C8-B2E2-DCDE4589CB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6920" y="1165225"/>
            <a:ext cx="10586720" cy="5011738"/>
          </a:xfrm>
        </p:spPr>
        <p:txBody>
          <a:bodyPr vert="horz" lIns="91440" tIns="45720" rIns="91440" bIns="45720" rtlCol="0" anchor="t"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Times New Roman"/>
                <a:ea typeface="+mn-lt"/>
                <a:cs typeface="Times New Roman"/>
              </a:rPr>
              <a:t>Architecture &amp; Backend</a:t>
            </a:r>
            <a:endParaRPr lang="en-US" dirty="0">
              <a:latin typeface="Times New Roman"/>
              <a:ea typeface="Calibri" panose="020F0502020204030204"/>
              <a:cs typeface="Times New Roman"/>
            </a:endParaRPr>
          </a:p>
          <a:p>
            <a:r>
              <a:rPr lang="en-US" dirty="0">
                <a:latin typeface="Times New Roman"/>
                <a:ea typeface="+mn-lt"/>
                <a:cs typeface="Times New Roman"/>
              </a:rPr>
              <a:t>Modular </a:t>
            </a:r>
            <a:r>
              <a:rPr lang="en-US" b="1" dirty="0">
                <a:latin typeface="Times New Roman"/>
                <a:ea typeface="+mn-lt"/>
                <a:cs typeface="Times New Roman"/>
              </a:rPr>
              <a:t>Spring Boot microservices</a:t>
            </a:r>
            <a:r>
              <a:rPr lang="en-US" dirty="0">
                <a:latin typeface="Times New Roman"/>
                <a:ea typeface="+mn-lt"/>
                <a:cs typeface="Times New Roman"/>
              </a:rPr>
              <a:t> architecture </a:t>
            </a:r>
            <a:endParaRPr lang="en-US">
              <a:latin typeface="Times New Roman"/>
              <a:cs typeface="Times New Roman"/>
            </a:endParaRPr>
          </a:p>
          <a:p>
            <a:r>
              <a:rPr lang="en-US" b="1" dirty="0">
                <a:latin typeface="Times New Roman"/>
                <a:ea typeface="+mn-lt"/>
                <a:cs typeface="Times New Roman"/>
              </a:rPr>
              <a:t>Spring Cloud Gateway</a:t>
            </a:r>
            <a:r>
              <a:rPr lang="en-US" dirty="0">
                <a:latin typeface="Times New Roman"/>
                <a:ea typeface="+mn-lt"/>
                <a:cs typeface="Times New Roman"/>
              </a:rPr>
              <a:t> for API routing </a:t>
            </a:r>
            <a:endParaRPr lang="en-US">
              <a:latin typeface="Times New Roman"/>
              <a:cs typeface="Times New Roman"/>
            </a:endParaRPr>
          </a:p>
          <a:p>
            <a:r>
              <a:rPr lang="en-US" b="1" dirty="0">
                <a:latin typeface="Times New Roman"/>
                <a:ea typeface="+mn-lt"/>
                <a:cs typeface="Times New Roman"/>
              </a:rPr>
              <a:t>Netflix Eureka</a:t>
            </a:r>
            <a:r>
              <a:rPr lang="en-US" dirty="0">
                <a:latin typeface="Times New Roman"/>
                <a:ea typeface="+mn-lt"/>
                <a:cs typeface="Times New Roman"/>
              </a:rPr>
              <a:t> for service discovery </a:t>
            </a:r>
            <a:endParaRPr lang="en-US">
              <a:latin typeface="Times New Roman"/>
              <a:cs typeface="Times New Roman"/>
            </a:endParaRPr>
          </a:p>
          <a:p>
            <a:r>
              <a:rPr lang="en-US" b="1" dirty="0" err="1">
                <a:latin typeface="Times New Roman"/>
                <a:ea typeface="+mn-lt"/>
                <a:cs typeface="Times New Roman"/>
              </a:rPr>
              <a:t>OpenFeign</a:t>
            </a:r>
            <a:r>
              <a:rPr lang="en-US" b="1" dirty="0">
                <a:latin typeface="Times New Roman"/>
                <a:ea typeface="+mn-lt"/>
                <a:cs typeface="Times New Roman"/>
              </a:rPr>
              <a:t> &amp; REST APIs</a:t>
            </a:r>
            <a:r>
              <a:rPr lang="en-US" dirty="0">
                <a:latin typeface="Times New Roman"/>
                <a:ea typeface="+mn-lt"/>
                <a:cs typeface="Times New Roman"/>
              </a:rPr>
              <a:t> for inter-service communication </a:t>
            </a:r>
            <a:endParaRPr lang="en-US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b="1" dirty="0">
                <a:latin typeface="Times New Roman"/>
                <a:ea typeface="+mn-lt"/>
                <a:cs typeface="Times New Roman"/>
              </a:rPr>
              <a:t>AI &amp; Data</a:t>
            </a:r>
            <a:endParaRPr lang="en-US" dirty="0">
              <a:latin typeface="Times New Roman"/>
              <a:ea typeface="Calibri" panose="020F0502020204030204"/>
              <a:cs typeface="Times New Roman"/>
            </a:endParaRPr>
          </a:p>
          <a:p>
            <a:r>
              <a:rPr lang="en-US" b="1" dirty="0" err="1">
                <a:latin typeface="Times New Roman"/>
                <a:ea typeface="+mn-lt"/>
                <a:cs typeface="Times New Roman"/>
              </a:rPr>
              <a:t>LangGraph</a:t>
            </a:r>
            <a:r>
              <a:rPr lang="en-US" dirty="0">
                <a:latin typeface="Times New Roman"/>
                <a:ea typeface="+mn-lt"/>
                <a:cs typeface="Times New Roman"/>
              </a:rPr>
              <a:t> for agent workflow orchestration </a:t>
            </a:r>
            <a:endParaRPr lang="en-US">
              <a:latin typeface="Times New Roman"/>
              <a:cs typeface="Times New Roman"/>
            </a:endParaRPr>
          </a:p>
          <a:p>
            <a:r>
              <a:rPr lang="en-US" b="1" dirty="0">
                <a:latin typeface="Times New Roman"/>
                <a:ea typeface="+mn-lt"/>
                <a:cs typeface="Times New Roman"/>
              </a:rPr>
              <a:t>Gemini 2.0 Flash</a:t>
            </a:r>
            <a:r>
              <a:rPr lang="en-US" dirty="0">
                <a:latin typeface="Times New Roman"/>
                <a:ea typeface="+mn-lt"/>
                <a:cs typeface="Times New Roman"/>
              </a:rPr>
              <a:t> for AI-based understanding and response generation </a:t>
            </a:r>
            <a:endParaRPr lang="en-US">
              <a:latin typeface="Times New Roman"/>
              <a:cs typeface="Times New Roman"/>
            </a:endParaRPr>
          </a:p>
          <a:p>
            <a:r>
              <a:rPr lang="en-US" b="1" dirty="0">
                <a:latin typeface="Times New Roman"/>
                <a:ea typeface="+mn-lt"/>
                <a:cs typeface="Times New Roman"/>
              </a:rPr>
              <a:t>MongoDB</a:t>
            </a:r>
            <a:r>
              <a:rPr lang="en-US" dirty="0">
                <a:latin typeface="Times New Roman"/>
                <a:ea typeface="+mn-lt"/>
                <a:cs typeface="Times New Roman"/>
              </a:rPr>
              <a:t> for persistent storage of patient, provider and appointment data</a:t>
            </a:r>
          </a:p>
          <a:p>
            <a:pPr marL="0" indent="0">
              <a:buNone/>
            </a:pPr>
            <a:r>
              <a:rPr lang="en-US" b="1" dirty="0">
                <a:latin typeface="Times New Roman"/>
                <a:ea typeface="+mn-lt"/>
                <a:cs typeface="Times New Roman"/>
              </a:rPr>
              <a:t>Security &amp; Reliability</a:t>
            </a:r>
            <a:endParaRPr lang="en-US" dirty="0">
              <a:latin typeface="Times New Roman"/>
              <a:ea typeface="Calibri" panose="020F0502020204030204"/>
              <a:cs typeface="Times New Roman"/>
            </a:endParaRPr>
          </a:p>
          <a:p>
            <a:r>
              <a:rPr lang="en-US" b="1" dirty="0">
                <a:latin typeface="Times New Roman"/>
                <a:ea typeface="+mn-lt"/>
                <a:cs typeface="Times New Roman"/>
              </a:rPr>
              <a:t>Spring Security + JWT</a:t>
            </a:r>
            <a:r>
              <a:rPr lang="en-US" dirty="0">
                <a:latin typeface="Times New Roman"/>
                <a:ea typeface="+mn-lt"/>
                <a:cs typeface="Times New Roman"/>
              </a:rPr>
              <a:t> for authentication and authorization </a:t>
            </a:r>
            <a:endParaRPr lang="en-US">
              <a:latin typeface="Times New Roman"/>
              <a:cs typeface="Times New Roman"/>
            </a:endParaRPr>
          </a:p>
          <a:p>
            <a:r>
              <a:rPr lang="en-US" dirty="0">
                <a:latin typeface="Times New Roman"/>
                <a:ea typeface="+mn-lt"/>
                <a:cs typeface="Times New Roman"/>
              </a:rPr>
              <a:t>Independent services provide modularity and scalability </a:t>
            </a:r>
            <a:endParaRPr lang="en-US">
              <a:latin typeface="Times New Roman"/>
              <a:cs typeface="Times New Roman"/>
            </a:endParaRPr>
          </a:p>
          <a:p>
            <a:r>
              <a:rPr lang="en-US" dirty="0">
                <a:latin typeface="Times New Roman"/>
                <a:ea typeface="+mn-lt"/>
                <a:cs typeface="Times New Roman"/>
              </a:rPr>
              <a:t>API validation and service testing using </a:t>
            </a:r>
            <a:r>
              <a:rPr lang="en-US" b="1" dirty="0">
                <a:latin typeface="Times New Roman"/>
                <a:ea typeface="+mn-lt"/>
                <a:cs typeface="Times New Roman"/>
              </a:rPr>
              <a:t>Postman</a:t>
            </a:r>
            <a:r>
              <a:rPr lang="en-US" dirty="0">
                <a:latin typeface="Times New Roman"/>
                <a:ea typeface="+mn-lt"/>
                <a:cs typeface="Times New Roman"/>
              </a:rPr>
              <a:t> </a:t>
            </a:r>
            <a:endParaRPr lang="en-US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b="1" dirty="0">
                <a:latin typeface="Times New Roman"/>
                <a:ea typeface="+mn-lt"/>
                <a:cs typeface="Times New Roman"/>
              </a:rPr>
              <a:t>Implementation &amp; Deployment</a:t>
            </a:r>
            <a:endParaRPr lang="en-US" dirty="0">
              <a:latin typeface="Times New Roman"/>
              <a:ea typeface="Calibri" panose="020F0502020204030204"/>
              <a:cs typeface="Times New Roman"/>
            </a:endParaRPr>
          </a:p>
          <a:p>
            <a:r>
              <a:rPr lang="en-US" dirty="0">
                <a:latin typeface="Times New Roman"/>
                <a:ea typeface="+mn-lt"/>
                <a:cs typeface="Times New Roman"/>
              </a:rPr>
              <a:t>React.js frontend integrated with backend services </a:t>
            </a:r>
            <a:endParaRPr lang="en-US">
              <a:latin typeface="Times New Roman"/>
              <a:cs typeface="Times New Roman"/>
            </a:endParaRPr>
          </a:p>
          <a:p>
            <a:r>
              <a:rPr lang="en-US" dirty="0">
                <a:latin typeface="Times New Roman"/>
                <a:ea typeface="+mn-lt"/>
                <a:cs typeface="Times New Roman"/>
              </a:rPr>
              <a:t>Services configured for </a:t>
            </a:r>
            <a:r>
              <a:rPr lang="en-US" b="1" dirty="0">
                <a:latin typeface="Times New Roman"/>
                <a:ea typeface="+mn-lt"/>
                <a:cs typeface="Times New Roman"/>
              </a:rPr>
              <a:t>Docker</a:t>
            </a:r>
            <a:r>
              <a:rPr lang="en-US" dirty="0">
                <a:latin typeface="Times New Roman"/>
                <a:ea typeface="+mn-lt"/>
                <a:cs typeface="Times New Roman"/>
              </a:rPr>
              <a:t> containerization </a:t>
            </a:r>
            <a:endParaRPr lang="en-US">
              <a:latin typeface="Times New Roman"/>
              <a:cs typeface="Times New Roman"/>
            </a:endParaRPr>
          </a:p>
          <a:p>
            <a:r>
              <a:rPr lang="en-US" dirty="0">
                <a:latin typeface="Times New Roman"/>
                <a:ea typeface="+mn-lt"/>
                <a:cs typeface="Times New Roman"/>
              </a:rPr>
              <a:t>Source code and documentation maintained in </a:t>
            </a:r>
            <a:r>
              <a:rPr lang="en-US" b="1" dirty="0">
                <a:latin typeface="Times New Roman"/>
                <a:ea typeface="+mn-lt"/>
                <a:cs typeface="Times New Roman"/>
              </a:rPr>
              <a:t>GitHub</a:t>
            </a:r>
            <a:endParaRPr lang="en-US">
              <a:latin typeface="Times New Roman"/>
              <a:cs typeface="Times New Roman"/>
            </a:endParaRPr>
          </a:p>
          <a:p>
            <a:endParaRPr lang="en-US" dirty="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387080-B57D-24BB-0B8F-646464249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20 September 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B4F56B-25D4-2805-0FFE-6980824E7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08C58D-D5E2-7388-4CF8-026CA64A3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12</a:t>
            </a:fld>
            <a:endParaRPr lang="en-IN"/>
          </a:p>
        </p:txBody>
      </p:sp>
      <p:pic>
        <p:nvPicPr>
          <p:cNvPr id="8" name="Picture 7" descr="A logo with red letters and a black and white gear&#10;&#10;AI-generated content may be incorrect.">
            <a:extLst>
              <a:ext uri="{FF2B5EF4-FFF2-40B4-BE49-F238E27FC236}">
                <a16:creationId xmlns:a16="http://schemas.microsoft.com/office/drawing/2014/main" id="{6371B1D6-EB1F-7F04-0BD1-C415943D50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357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B9FF99BD-075F-4761-A995-6FC574BD25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7B21A54-9BA3-4EA9-B460-5A829ADD9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FA8F714-B9D8-488A-8CCA-E9948FF913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6" y="643468"/>
            <a:ext cx="10905067" cy="55710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43B1AD-46EE-5ABD-C039-4715375AE1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8840" y="1123527"/>
            <a:ext cx="9694314" cy="46048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68B313-F3C3-6C0E-C38C-4344061B7F3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4683E30-D762-4164-BBF9-9799116ED611}" type="datetime3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20 September 2026</a:t>
            </a:fld>
            <a:endParaRPr lang="en-IN">
              <a:solidFill>
                <a:srgbClr val="FFFFFF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51EF14-4B73-6F53-F8B9-40ADB3EF5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IN">
                <a:solidFill>
                  <a:srgbClr val="FFFFFF"/>
                </a:solidFill>
              </a:rPr>
              <a:t>Ph.D. Viva Voce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681B40-657E-4733-7D93-4866ED8AA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01AD1135-6E10-4422-AC8B-257B84239C9C}" type="slidenum">
              <a:rPr lang="en-IN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13</a:t>
            </a:fld>
            <a:endParaRPr lang="en-IN">
              <a:solidFill>
                <a:srgbClr val="FFFFFF"/>
              </a:solidFill>
            </a:endParaRPr>
          </a:p>
        </p:txBody>
      </p:sp>
      <p:pic>
        <p:nvPicPr>
          <p:cNvPr id="7" name="Picture 6" descr="A logo with red letters and a black and white gear&#10;&#10;AI-generated content may be incorrect.">
            <a:extLst>
              <a:ext uri="{FF2B5EF4-FFF2-40B4-BE49-F238E27FC236}">
                <a16:creationId xmlns:a16="http://schemas.microsoft.com/office/drawing/2014/main" id="{81E1F0CB-D561-4D33-B626-FEAEA1F9C2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2646B8C-A8D1-5541-B1C0-69ADD02EEC66}"/>
              </a:ext>
            </a:extLst>
          </p:cNvPr>
          <p:cNvSpPr txBox="1"/>
          <p:nvPr/>
        </p:nvSpPr>
        <p:spPr>
          <a:xfrm>
            <a:off x="857357" y="757912"/>
            <a:ext cx="6516475" cy="369332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solidFill>
                  <a:schemeClr val="tx1">
                    <a:lumMod val="76000"/>
                    <a:lumOff val="24000"/>
                  </a:schemeClr>
                </a:solidFill>
                <a:latin typeface="Times New Roman"/>
                <a:ea typeface="+mn-lt"/>
                <a:cs typeface="Times New Roman"/>
              </a:rPr>
              <a:t>Authentication and Frontend implementation.</a:t>
            </a:r>
            <a:endParaRPr lang="en-US" b="1" dirty="0">
              <a:solidFill>
                <a:schemeClr val="tx1">
                  <a:lumMod val="76000"/>
                  <a:lumOff val="24000"/>
                </a:schemeClr>
              </a:solidFill>
              <a:latin typeface="Times New Roman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234304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662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66EFEAE-6E38-9207-D8CC-12D6B5A0EE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234" y="882165"/>
            <a:ext cx="10358567" cy="5332368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831812-100E-FB4B-491B-893A22603B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4683E30-D762-4164-BBF9-9799116ED611}" type="datetime3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20 September 2026</a:t>
            </a:fld>
            <a:endParaRPr lang="en-IN">
              <a:solidFill>
                <a:srgbClr val="FFFFFF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7F9622-28C0-D53E-B61D-EA902FFF7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IN">
                <a:solidFill>
                  <a:srgbClr val="FFFFFF"/>
                </a:solidFill>
              </a:rPr>
              <a:t>Ph.D. Viva Voce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062C3E-188B-92DF-6A2C-9803B6CC9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01AD1135-6E10-4422-AC8B-257B84239C9C}" type="slidenum">
              <a:rPr lang="en-IN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14</a:t>
            </a:fld>
            <a:endParaRPr lang="en-IN">
              <a:solidFill>
                <a:srgbClr val="FFFFFF"/>
              </a:solidFill>
            </a:endParaRPr>
          </a:p>
        </p:txBody>
      </p:sp>
      <p:pic>
        <p:nvPicPr>
          <p:cNvPr id="6" name="Picture 5" descr="A logo with red letters and a black and white gear&#10;&#10;AI-generated content may be incorrect.">
            <a:extLst>
              <a:ext uri="{FF2B5EF4-FFF2-40B4-BE49-F238E27FC236}">
                <a16:creationId xmlns:a16="http://schemas.microsoft.com/office/drawing/2014/main" id="{840AB94A-BE99-1180-C8BA-91D2DA6F67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7486A7A2-E368-A3F4-0CA2-EBC64DD0C1B6}"/>
              </a:ext>
            </a:extLst>
          </p:cNvPr>
          <p:cNvSpPr txBox="1"/>
          <p:nvPr/>
        </p:nvSpPr>
        <p:spPr>
          <a:xfrm>
            <a:off x="1030444" y="478034"/>
            <a:ext cx="811627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latin typeface="Times New Roman"/>
                <a:ea typeface="+mn-lt"/>
                <a:cs typeface="Times New Roman"/>
              </a:rPr>
              <a:t>Frontend and System </a:t>
            </a:r>
            <a:r>
              <a:rPr lang="en-US" sz="2000" b="1" dirty="0" err="1">
                <a:latin typeface="Times New Roman"/>
                <a:ea typeface="+mn-lt"/>
                <a:cs typeface="Times New Roman"/>
              </a:rPr>
              <a:t>Functionality:</a:t>
            </a:r>
            <a:r>
              <a:rPr lang="en-US" sz="2000" b="1" dirty="0" err="1">
                <a:latin typeface="Times New Roman"/>
                <a:ea typeface="Calibri"/>
                <a:cs typeface="Times New Roman"/>
              </a:rPr>
              <a:t>Doctor</a:t>
            </a:r>
            <a:r>
              <a:rPr lang="en-US" sz="2000" b="1" dirty="0">
                <a:latin typeface="Times New Roman"/>
                <a:ea typeface="Calibri"/>
                <a:cs typeface="Times New Roman"/>
              </a:rPr>
              <a:t> Dashboard</a:t>
            </a:r>
            <a:endParaRPr lang="en-US" sz="2000" b="1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070705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F8353A8-A737-CE03-DE4A-CC7DEA3478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839046"/>
            <a:ext cx="10905066" cy="5179907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6BA649-D457-E34C-997E-5A06BDD84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4683E30-D762-4164-BBF9-9799116ED611}" type="datetime3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20 September 2026</a:t>
            </a:fld>
            <a:endParaRPr lang="en-IN">
              <a:solidFill>
                <a:srgbClr val="FFFFFF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401B95-0055-3B92-4CA9-D6E34F91B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IN">
                <a:solidFill>
                  <a:srgbClr val="FFFFFF"/>
                </a:solidFill>
              </a:rPr>
              <a:t>Ph.D. Viva Voce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B7EE0E-E1E2-7512-1DBD-8B3917BD8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01AD1135-6E10-4422-AC8B-257B84239C9C}" type="slidenum">
              <a:rPr lang="en-IN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15</a:t>
            </a:fld>
            <a:endParaRPr lang="en-IN">
              <a:solidFill>
                <a:srgbClr val="FFFFFF"/>
              </a:solidFill>
            </a:endParaRPr>
          </a:p>
        </p:txBody>
      </p:sp>
      <p:pic>
        <p:nvPicPr>
          <p:cNvPr id="7" name="Picture 6" descr="A logo with red letters and a black and white gear&#10;&#10;AI-generated content may be incorrect.">
            <a:extLst>
              <a:ext uri="{FF2B5EF4-FFF2-40B4-BE49-F238E27FC236}">
                <a16:creationId xmlns:a16="http://schemas.microsoft.com/office/drawing/2014/main" id="{E085E20F-A282-98C3-B5B0-F243400D59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44F8666-E1A1-887F-61DC-81BEB9F04DDC}"/>
              </a:ext>
            </a:extLst>
          </p:cNvPr>
          <p:cNvSpPr txBox="1"/>
          <p:nvPr/>
        </p:nvSpPr>
        <p:spPr>
          <a:xfrm>
            <a:off x="1233693" y="480311"/>
            <a:ext cx="321056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/>
                <a:ea typeface="Calibri"/>
                <a:cs typeface="Times New Roman"/>
              </a:rPr>
              <a:t>Patient Dashboard</a:t>
            </a:r>
          </a:p>
        </p:txBody>
      </p:sp>
    </p:spTree>
    <p:extLst>
      <p:ext uri="{BB962C8B-B14F-4D97-AF65-F5344CB8AC3E}">
        <p14:creationId xmlns:p14="http://schemas.microsoft.com/office/powerpoint/2010/main" val="32716763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BAD76F3E-3A97-486B-B402-44400A8B9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22E5D6-7347-72BE-DC91-D24372E3A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93788"/>
            <a:ext cx="10506455" cy="296720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000" b="1" dirty="0"/>
              <a:t>THANK YOU</a:t>
            </a:r>
            <a:endParaRPr lang="en-US" sz="80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B2E77B-EC15-3EA1-DFF7-B18725C97E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00924" y="4619624"/>
            <a:ext cx="3946779" cy="103822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22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NAME:S.LAKSHMI ABHISHIKTHA</a:t>
            </a:r>
          </a:p>
          <a:p>
            <a:pPr algn="r"/>
            <a:r>
              <a:rPr lang="en-US" sz="22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ROLL NO: 2420030792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91F6B52-91F4-4AEB-B6DB-29FEBCF28C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4331166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CD6F061-7C53-44F4-9794-953DB70A4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9346882" y="2348839"/>
            <a:ext cx="54864" cy="39467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B11159-626F-445C-F887-D1335F82A2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DC905DC-9CDD-41AE-979C-F366BC0443ED}" type="datetime3"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20 September 2026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6BBFC0-2B02-40DF-1BAC-45E28EE66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rPr>
              <a:t>Ph.D. Viva Voce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467BD8-38F9-8470-AAA8-AD71B0CFE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01AD1135-6E10-4422-AC8B-257B84239C9C}" type="slidenum"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16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9770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16</Slides>
  <Notes>1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18" baseType="lpstr"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Methodology </vt:lpstr>
      <vt:lpstr>PowerPoint Presentation</vt:lpstr>
      <vt:lpstr>Technical Soundness 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revision>159</cp:revision>
  <dcterms:created xsi:type="dcterms:W3CDTF">2026-08-08T06:33:56Z</dcterms:created>
  <dcterms:modified xsi:type="dcterms:W3CDTF">2026-09-20T11:13:14Z</dcterms:modified>
</cp:coreProperties>
</file>